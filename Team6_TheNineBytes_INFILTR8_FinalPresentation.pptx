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5" r:id="rId2"/>
  </p:sldMasterIdLst>
  <p:notesMasterIdLst>
    <p:notesMasterId r:id="rId23"/>
  </p:notesMasterIdLst>
  <p:sldIdLst>
    <p:sldId id="256" r:id="rId3"/>
    <p:sldId id="262" r:id="rId4"/>
    <p:sldId id="303" r:id="rId5"/>
    <p:sldId id="259" r:id="rId6"/>
    <p:sldId id="260" r:id="rId7"/>
    <p:sldId id="261" r:id="rId8"/>
    <p:sldId id="263" r:id="rId9"/>
    <p:sldId id="314" r:id="rId10"/>
    <p:sldId id="315" r:id="rId11"/>
    <p:sldId id="317" r:id="rId12"/>
    <p:sldId id="322" r:id="rId13"/>
    <p:sldId id="316" r:id="rId14"/>
    <p:sldId id="318" r:id="rId15"/>
    <p:sldId id="323" r:id="rId16"/>
    <p:sldId id="319" r:id="rId17"/>
    <p:sldId id="320" r:id="rId18"/>
    <p:sldId id="313" r:id="rId19"/>
    <p:sldId id="311" r:id="rId20"/>
    <p:sldId id="304" r:id="rId21"/>
    <p:sldId id="305" r:id="rId22"/>
  </p:sldIdLst>
  <p:sldSz cx="9144000" cy="5143500" type="screen16x9"/>
  <p:notesSz cx="6858000" cy="9144000"/>
  <p:embeddedFontLst>
    <p:embeddedFont>
      <p:font typeface="Assistant" pitchFamily="2" charset="-79"/>
      <p:regular r:id="rId24"/>
      <p:bold r:id="rId25"/>
    </p:embeddedFont>
    <p:embeddedFont>
      <p:font typeface="Courier Prime" panose="020B0604020202020204" charset="0"/>
      <p:regular r:id="rId26"/>
      <p:bold r:id="rId27"/>
      <p:italic r:id="rId28"/>
      <p:boldItalic r:id="rId29"/>
    </p:embeddedFont>
    <p:embeddedFont>
      <p:font typeface="Nunito" pitchFamily="2" charset="0"/>
      <p:regular r:id="rId30"/>
      <p:bold r:id="rId31"/>
      <p:italic r:id="rId32"/>
      <p:boldItalic r:id="rId33"/>
    </p:embeddedFont>
    <p:embeddedFont>
      <p:font typeface="Nunito Light" pitchFamily="2" charset="0"/>
      <p:regular r:id="rId34"/>
      <p:italic r:id="rId35"/>
    </p:embeddedFont>
    <p:embeddedFont>
      <p:font typeface="Press Start 2P"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AA0CA9-5161-4F7D-A014-9A0E3C6D1700}">
  <a:tblStyle styleId="{BFAA0CA9-5161-4F7D-A014-9A0E3C6D17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84567" autoAdjust="0"/>
  </p:normalViewPr>
  <p:slideViewPr>
    <p:cSldViewPr snapToGrid="0">
      <p:cViewPr varScale="1">
        <p:scale>
          <a:sx n="141" d="100"/>
          <a:sy n="141" d="100"/>
        </p:scale>
        <p:origin x="72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Hello!</a:t>
            </a:r>
          </a:p>
          <a:p>
            <a:pPr marL="0" lvl="0" indent="0" algn="l" rtl="0">
              <a:spcBef>
                <a:spcPts val="0"/>
              </a:spcBef>
              <a:spcAft>
                <a:spcPts val="0"/>
              </a:spcAft>
              <a:buNone/>
            </a:pPr>
            <a:r>
              <a:rPr lang="en-US" dirty="0"/>
              <a:t> </a:t>
            </a:r>
            <a:br>
              <a:rPr lang="en-US" dirty="0"/>
            </a:br>
            <a:r>
              <a:rPr lang="en-US" dirty="0"/>
              <a:t>This presentation was being created in the case that we would have a last demo to showcase INFILTR8 to the customers.</a:t>
            </a:r>
            <a:br>
              <a:rPr lang="en-US" dirty="0"/>
            </a:br>
            <a:r>
              <a:rPr lang="en-US" dirty="0"/>
              <a:t>Unfortunately, It looks like that won’t come to pass, but we had already done preliminary work on this presentation, so we used the extra time we had to make this for you all at DEVCOM.</a:t>
            </a:r>
          </a:p>
          <a:p>
            <a:pPr marL="0" lvl="0" indent="0" algn="l" rtl="0">
              <a:spcBef>
                <a:spcPts val="0"/>
              </a:spcBef>
              <a:spcAft>
                <a:spcPts val="0"/>
              </a:spcAft>
              <a:buNone/>
            </a:pPr>
            <a:r>
              <a:rPr lang="en-US" dirty="0"/>
              <a:t>Think of this as a “Bonus Candy”, and as a last hurrah for the semester.</a:t>
            </a:r>
            <a:br>
              <a:rPr lang="en-US" dirty="0"/>
            </a:br>
            <a:r>
              <a:rPr lang="en-US" dirty="0"/>
              <a:t>Thank you all for the work you let us do this semester, we are happy to have finished our first real project.</a:t>
            </a:r>
            <a:br>
              <a:rPr lang="en-US" dirty="0"/>
            </a:br>
            <a:br>
              <a:rPr lang="en-US" dirty="0"/>
            </a:br>
            <a:r>
              <a:rPr lang="en-US" dirty="0"/>
              <a:t>Till Next Time, </a:t>
            </a:r>
            <a:br>
              <a:rPr lang="en-US" dirty="0"/>
            </a:br>
            <a:r>
              <a:rPr lang="en-US" dirty="0"/>
              <a:t>Gil. G.</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223537cfe8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223537cfe8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a:extLst>
            <a:ext uri="{FF2B5EF4-FFF2-40B4-BE49-F238E27FC236}">
              <a16:creationId xmlns:a16="http://schemas.microsoft.com/office/drawing/2014/main" id="{8D2A4DCA-51BC-FE49-3CAC-4201B9B0B89B}"/>
            </a:ext>
          </a:extLst>
        </p:cNvPr>
        <p:cNvGrpSpPr/>
        <p:nvPr/>
      </p:nvGrpSpPr>
      <p:grpSpPr>
        <a:xfrm>
          <a:off x="0" y="0"/>
          <a:ext cx="0" cy="0"/>
          <a:chOff x="0" y="0"/>
          <a:chExt cx="0" cy="0"/>
        </a:xfrm>
      </p:grpSpPr>
      <p:sp>
        <p:nvSpPr>
          <p:cNvPr id="751" name="Google Shape;751;g1223537cfe8_0_54:notes">
            <a:extLst>
              <a:ext uri="{FF2B5EF4-FFF2-40B4-BE49-F238E27FC236}">
                <a16:creationId xmlns:a16="http://schemas.microsoft.com/office/drawing/2014/main" id="{5D905AB6-23D1-FD6C-A765-DD226BA91E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223537cfe8_0_54:notes">
            <a:extLst>
              <a:ext uri="{FF2B5EF4-FFF2-40B4-BE49-F238E27FC236}">
                <a16:creationId xmlns:a16="http://schemas.microsoft.com/office/drawing/2014/main" id="{CB4E3A63-31BA-C810-B203-B112E974C2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9630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1223537cfe8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1223537cfe8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1223537cfe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223537cfe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125bd8c6716_1_17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125bd8c6716_1_17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1223537cfe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223537cfe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7359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a:extLst>
            <a:ext uri="{FF2B5EF4-FFF2-40B4-BE49-F238E27FC236}">
              <a16:creationId xmlns:a16="http://schemas.microsoft.com/office/drawing/2014/main" id="{76B5526A-E12C-CE0F-5A59-22D52E257BDE}"/>
            </a:ext>
          </a:extLst>
        </p:cNvPr>
        <p:cNvGrpSpPr/>
        <p:nvPr/>
      </p:nvGrpSpPr>
      <p:grpSpPr>
        <a:xfrm>
          <a:off x="0" y="0"/>
          <a:ext cx="0" cy="0"/>
          <a:chOff x="0" y="0"/>
          <a:chExt cx="0" cy="0"/>
        </a:xfrm>
      </p:grpSpPr>
      <p:sp>
        <p:nvSpPr>
          <p:cNvPr id="632" name="Google Shape;632;g1223537cfe8_0_47:notes">
            <a:extLst>
              <a:ext uri="{FF2B5EF4-FFF2-40B4-BE49-F238E27FC236}">
                <a16:creationId xmlns:a16="http://schemas.microsoft.com/office/drawing/2014/main" id="{5A67E549-E953-F01B-0919-C50B572597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223537cfe8_0_47:notes">
            <a:extLst>
              <a:ext uri="{FF2B5EF4-FFF2-40B4-BE49-F238E27FC236}">
                <a16:creationId xmlns:a16="http://schemas.microsoft.com/office/drawing/2014/main" id="{B79DE574-A686-A3F6-6739-F8572CF1C8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450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a:extLst>
            <a:ext uri="{FF2B5EF4-FFF2-40B4-BE49-F238E27FC236}">
              <a16:creationId xmlns:a16="http://schemas.microsoft.com/office/drawing/2014/main" id="{09B5ACBC-1E09-06D5-D9CE-00397F860446}"/>
            </a:ext>
          </a:extLst>
        </p:cNvPr>
        <p:cNvGrpSpPr/>
        <p:nvPr/>
      </p:nvGrpSpPr>
      <p:grpSpPr>
        <a:xfrm>
          <a:off x="0" y="0"/>
          <a:ext cx="0" cy="0"/>
          <a:chOff x="0" y="0"/>
          <a:chExt cx="0" cy="0"/>
        </a:xfrm>
      </p:grpSpPr>
      <p:sp>
        <p:nvSpPr>
          <p:cNvPr id="867" name="Google Shape;867;g125bd8c6716_1_17491:notes">
            <a:extLst>
              <a:ext uri="{FF2B5EF4-FFF2-40B4-BE49-F238E27FC236}">
                <a16:creationId xmlns:a16="http://schemas.microsoft.com/office/drawing/2014/main" id="{D2711B5C-9EC2-5669-577A-409B804FA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125bd8c6716_1_17491:notes">
            <a:extLst>
              <a:ext uri="{FF2B5EF4-FFF2-40B4-BE49-F238E27FC236}">
                <a16:creationId xmlns:a16="http://schemas.microsoft.com/office/drawing/2014/main" id="{1CF4A788-A733-1588-0F72-FDE347687C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560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3">
          <a:extLst>
            <a:ext uri="{FF2B5EF4-FFF2-40B4-BE49-F238E27FC236}">
              <a16:creationId xmlns:a16="http://schemas.microsoft.com/office/drawing/2014/main" id="{A76E6BF7-CABD-6881-8802-08BD9ABFD68B}"/>
            </a:ext>
          </a:extLst>
        </p:cNvPr>
        <p:cNvGrpSpPr/>
        <p:nvPr/>
      </p:nvGrpSpPr>
      <p:grpSpPr>
        <a:xfrm>
          <a:off x="0" y="0"/>
          <a:ext cx="0" cy="0"/>
          <a:chOff x="0" y="0"/>
          <a:chExt cx="0" cy="0"/>
        </a:xfrm>
      </p:grpSpPr>
      <p:sp>
        <p:nvSpPr>
          <p:cNvPr id="2604" name="Google Shape;2604;g125bd8c6716_1_17629:notes">
            <a:extLst>
              <a:ext uri="{FF2B5EF4-FFF2-40B4-BE49-F238E27FC236}">
                <a16:creationId xmlns:a16="http://schemas.microsoft.com/office/drawing/2014/main" id="{7FDB22C7-D2C1-823D-113D-FAF3A869EB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5" name="Google Shape;2605;g125bd8c6716_1_17629:notes">
            <a:extLst>
              <a:ext uri="{FF2B5EF4-FFF2-40B4-BE49-F238E27FC236}">
                <a16:creationId xmlns:a16="http://schemas.microsoft.com/office/drawing/2014/main" id="{19D4E9B9-6F5E-D2F9-8B87-4222B09EF5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5140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a:extLst>
            <a:ext uri="{FF2B5EF4-FFF2-40B4-BE49-F238E27FC236}">
              <a16:creationId xmlns:a16="http://schemas.microsoft.com/office/drawing/2014/main" id="{6BC775EC-8FAB-B9ED-63AD-65BA31F000C6}"/>
            </a:ext>
          </a:extLst>
        </p:cNvPr>
        <p:cNvGrpSpPr/>
        <p:nvPr/>
      </p:nvGrpSpPr>
      <p:grpSpPr>
        <a:xfrm>
          <a:off x="0" y="0"/>
          <a:ext cx="0" cy="0"/>
          <a:chOff x="0" y="0"/>
          <a:chExt cx="0" cy="0"/>
        </a:xfrm>
      </p:grpSpPr>
      <p:sp>
        <p:nvSpPr>
          <p:cNvPr id="632" name="Google Shape;632;g1223537cfe8_0_47:notes">
            <a:extLst>
              <a:ext uri="{FF2B5EF4-FFF2-40B4-BE49-F238E27FC236}">
                <a16:creationId xmlns:a16="http://schemas.microsoft.com/office/drawing/2014/main" id="{58C920D4-D4F3-0643-4B9B-32EB67DF0C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223537cfe8_0_47:notes">
            <a:extLst>
              <a:ext uri="{FF2B5EF4-FFF2-40B4-BE49-F238E27FC236}">
                <a16:creationId xmlns:a16="http://schemas.microsoft.com/office/drawing/2014/main" id="{FFD68257-168E-782A-A38E-599356585C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7920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a:extLst>
            <a:ext uri="{FF2B5EF4-FFF2-40B4-BE49-F238E27FC236}">
              <a16:creationId xmlns:a16="http://schemas.microsoft.com/office/drawing/2014/main" id="{AE979BA0-2D14-D2EE-01FF-BA724E69E225}"/>
            </a:ext>
          </a:extLst>
        </p:cNvPr>
        <p:cNvGrpSpPr/>
        <p:nvPr/>
      </p:nvGrpSpPr>
      <p:grpSpPr>
        <a:xfrm>
          <a:off x="0" y="0"/>
          <a:ext cx="0" cy="0"/>
          <a:chOff x="0" y="0"/>
          <a:chExt cx="0" cy="0"/>
        </a:xfrm>
      </p:grpSpPr>
      <p:sp>
        <p:nvSpPr>
          <p:cNvPr id="867" name="Google Shape;867;g125bd8c6716_1_17491:notes">
            <a:extLst>
              <a:ext uri="{FF2B5EF4-FFF2-40B4-BE49-F238E27FC236}">
                <a16:creationId xmlns:a16="http://schemas.microsoft.com/office/drawing/2014/main" id="{6C840D43-AF59-DD0E-4C79-9A6595EEE9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125bd8c6716_1_17491:notes">
            <a:extLst>
              <a:ext uri="{FF2B5EF4-FFF2-40B4-BE49-F238E27FC236}">
                <a16:creationId xmlns:a16="http://schemas.microsoft.com/office/drawing/2014/main" id="{F544799D-E7A0-E4B9-62F7-93675D47B5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9785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3">
          <a:extLst>
            <a:ext uri="{FF2B5EF4-FFF2-40B4-BE49-F238E27FC236}">
              <a16:creationId xmlns:a16="http://schemas.microsoft.com/office/drawing/2014/main" id="{D4CB3B59-B1DD-F137-C3AF-90A1EA3E6049}"/>
            </a:ext>
          </a:extLst>
        </p:cNvPr>
        <p:cNvGrpSpPr/>
        <p:nvPr/>
      </p:nvGrpSpPr>
      <p:grpSpPr>
        <a:xfrm>
          <a:off x="0" y="0"/>
          <a:ext cx="0" cy="0"/>
          <a:chOff x="0" y="0"/>
          <a:chExt cx="0" cy="0"/>
        </a:xfrm>
      </p:grpSpPr>
      <p:sp>
        <p:nvSpPr>
          <p:cNvPr id="2604" name="Google Shape;2604;g125bd8c6716_1_17629:notes">
            <a:extLst>
              <a:ext uri="{FF2B5EF4-FFF2-40B4-BE49-F238E27FC236}">
                <a16:creationId xmlns:a16="http://schemas.microsoft.com/office/drawing/2014/main" id="{8B1A95D5-90A3-7E38-EE7E-EEAF2C92E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5" name="Google Shape;2605;g125bd8c6716_1_17629:notes">
            <a:extLst>
              <a:ext uri="{FF2B5EF4-FFF2-40B4-BE49-F238E27FC236}">
                <a16:creationId xmlns:a16="http://schemas.microsoft.com/office/drawing/2014/main" id="{122AC32E-06CB-6994-6753-F7658F3469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1685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a:extLst>
            <a:ext uri="{FF2B5EF4-FFF2-40B4-BE49-F238E27FC236}">
              <a16:creationId xmlns:a16="http://schemas.microsoft.com/office/drawing/2014/main" id="{8C67AFFB-FFA5-2820-EA4F-097504CD115F}"/>
            </a:ext>
          </a:extLst>
        </p:cNvPr>
        <p:cNvGrpSpPr/>
        <p:nvPr/>
      </p:nvGrpSpPr>
      <p:grpSpPr>
        <a:xfrm>
          <a:off x="0" y="0"/>
          <a:ext cx="0" cy="0"/>
          <a:chOff x="0" y="0"/>
          <a:chExt cx="0" cy="0"/>
        </a:xfrm>
      </p:grpSpPr>
      <p:sp>
        <p:nvSpPr>
          <p:cNvPr id="632" name="Google Shape;632;g1223537cfe8_0_47:notes">
            <a:extLst>
              <a:ext uri="{FF2B5EF4-FFF2-40B4-BE49-F238E27FC236}">
                <a16:creationId xmlns:a16="http://schemas.microsoft.com/office/drawing/2014/main" id="{6DB6F79D-2DCD-82A7-6C9A-1352EF26CE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1223537cfe8_0_47:notes">
            <a:extLst>
              <a:ext uri="{FF2B5EF4-FFF2-40B4-BE49-F238E27FC236}">
                <a16:creationId xmlns:a16="http://schemas.microsoft.com/office/drawing/2014/main" id="{C074243E-0F92-3EE5-0DD5-FD26369EB2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01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44098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7808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4641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0836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Hello!</a:t>
            </a:r>
          </a:p>
          <a:p>
            <a:pPr marL="0" lvl="0" indent="0" algn="l" rtl="0">
              <a:spcBef>
                <a:spcPts val="0"/>
              </a:spcBef>
              <a:spcAft>
                <a:spcPts val="0"/>
              </a:spcAft>
              <a:buNone/>
            </a:pPr>
            <a:r>
              <a:rPr lang="en-US" dirty="0"/>
              <a:t> </a:t>
            </a:r>
            <a:br>
              <a:rPr lang="en-US" dirty="0"/>
            </a:br>
            <a:r>
              <a:rPr lang="en-US" dirty="0"/>
              <a:t>This presentation was being created in the case that we would have a last demo to showcase INFILTR8 to the customers.</a:t>
            </a:r>
            <a:br>
              <a:rPr lang="en-US" dirty="0"/>
            </a:br>
            <a:r>
              <a:rPr lang="en-US" dirty="0"/>
              <a:t>Unfortunately, It looks like that won’t come to pass, but we had already done preliminary work on this presentation, so we used the extra time we had to make this for you all at DEVCOM.</a:t>
            </a:r>
          </a:p>
          <a:p>
            <a:pPr marL="0" lvl="0" indent="0" algn="l" rtl="0">
              <a:spcBef>
                <a:spcPts val="0"/>
              </a:spcBef>
              <a:spcAft>
                <a:spcPts val="0"/>
              </a:spcAft>
              <a:buNone/>
            </a:pPr>
            <a:r>
              <a:rPr lang="en-US" dirty="0"/>
              <a:t>Think of this as a “Bonus Candy”, and as a last hurrah for the semester.</a:t>
            </a:r>
            <a:br>
              <a:rPr lang="en-US" dirty="0"/>
            </a:br>
            <a:r>
              <a:rPr lang="en-US" dirty="0"/>
              <a:t>Thank you all for the work you let us do this semester, we are happy to have finished our first real project.</a:t>
            </a:r>
            <a:br>
              <a:rPr lang="en-US" dirty="0"/>
            </a:br>
            <a:br>
              <a:rPr lang="en-US" dirty="0"/>
            </a:br>
            <a:r>
              <a:rPr lang="en-US" dirty="0"/>
              <a:t>Till Next Time, </a:t>
            </a:r>
            <a:br>
              <a:rPr lang="en-US" dirty="0"/>
            </a:br>
            <a:r>
              <a:rPr lang="en-US" dirty="0"/>
              <a:t>Gil. G.</a:t>
            </a:r>
          </a:p>
        </p:txBody>
      </p:sp>
    </p:spTree>
    <p:extLst>
      <p:ext uri="{BB962C8B-B14F-4D97-AF65-F5344CB8AC3E}">
        <p14:creationId xmlns:p14="http://schemas.microsoft.com/office/powerpoint/2010/main" val="1311063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860550" y="1443174"/>
            <a:ext cx="7424700" cy="12048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13100" y="3690160"/>
            <a:ext cx="4859100" cy="444000"/>
          </a:xfrm>
          <a:prstGeom prst="rect">
            <a:avLst/>
          </a:prstGeom>
          <a:solidFill>
            <a:schemeClr val="accent1"/>
          </a:solidFill>
          <a:ln w="38100" cap="sq" cmpd="sng">
            <a:solidFill>
              <a:schemeClr val="accent1"/>
            </a:solidFill>
            <a:prstDash val="solid"/>
            <a:miter lim="8000"/>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2" name="Google Shape;12;p2"/>
          <p:cNvGrpSpPr/>
          <p:nvPr/>
        </p:nvGrpSpPr>
        <p:grpSpPr>
          <a:xfrm>
            <a:off x="713094" y="435798"/>
            <a:ext cx="353419" cy="353419"/>
            <a:chOff x="713100" y="539400"/>
            <a:chExt cx="446575" cy="446575"/>
          </a:xfrm>
        </p:grpSpPr>
        <p:sp>
          <p:nvSpPr>
            <p:cNvPr id="13" name="Google Shape;13;p2"/>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4659575" y="450913"/>
            <a:ext cx="223897" cy="223875"/>
            <a:chOff x="5557700" y="413400"/>
            <a:chExt cx="223897" cy="223875"/>
          </a:xfrm>
        </p:grpSpPr>
        <p:sp>
          <p:nvSpPr>
            <p:cNvPr id="16" name="Google Shape;16;p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8390025" y="4538175"/>
            <a:ext cx="223897" cy="223875"/>
            <a:chOff x="5557700" y="413400"/>
            <a:chExt cx="223897" cy="223875"/>
          </a:xfrm>
        </p:grpSpPr>
        <p:sp>
          <p:nvSpPr>
            <p:cNvPr id="20" name="Google Shape;20;p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247873" y="4321665"/>
            <a:ext cx="223897" cy="223875"/>
            <a:chOff x="5557700" y="413400"/>
            <a:chExt cx="223897" cy="223875"/>
          </a:xfrm>
        </p:grpSpPr>
        <p:sp>
          <p:nvSpPr>
            <p:cNvPr id="24" name="Google Shape;24;p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a:off x="208350" y="3501000"/>
            <a:ext cx="223897" cy="223875"/>
            <a:chOff x="5557700" y="413400"/>
            <a:chExt cx="223897" cy="223875"/>
          </a:xfrm>
        </p:grpSpPr>
        <p:sp>
          <p:nvSpPr>
            <p:cNvPr id="28" name="Google Shape;28;p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pic>
        <p:nvPicPr>
          <p:cNvPr id="32" name="Google Shape;32;p3"/>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33" name="Google Shape;33;p3"/>
          <p:cNvSpPr txBox="1">
            <a:spLocks noGrp="1"/>
          </p:cNvSpPr>
          <p:nvPr>
            <p:ph type="title"/>
          </p:nvPr>
        </p:nvSpPr>
        <p:spPr>
          <a:xfrm>
            <a:off x="871050" y="2778888"/>
            <a:ext cx="7401900" cy="678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 name="Google Shape;34;p3"/>
          <p:cNvSpPr txBox="1">
            <a:spLocks noGrp="1"/>
          </p:cNvSpPr>
          <p:nvPr>
            <p:ph type="title" idx="2" hasCustomPrompt="1"/>
          </p:nvPr>
        </p:nvSpPr>
        <p:spPr>
          <a:xfrm>
            <a:off x="3525456" y="1407624"/>
            <a:ext cx="2093100" cy="76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5000">
                <a:solidFill>
                  <a:schemeClr val="lt1"/>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35" name="Google Shape;35;p3"/>
          <p:cNvSpPr txBox="1">
            <a:spLocks noGrp="1"/>
          </p:cNvSpPr>
          <p:nvPr>
            <p:ph type="subTitle" idx="1"/>
          </p:nvPr>
        </p:nvSpPr>
        <p:spPr>
          <a:xfrm>
            <a:off x="1580178" y="3633040"/>
            <a:ext cx="5985900" cy="353400"/>
          </a:xfrm>
          <a:prstGeom prst="rect">
            <a:avLst/>
          </a:prstGeom>
          <a:solidFill>
            <a:schemeClr val="accent1"/>
          </a:solid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36" name="Google Shape;36;p3"/>
          <p:cNvGrpSpPr/>
          <p:nvPr/>
        </p:nvGrpSpPr>
        <p:grpSpPr>
          <a:xfrm>
            <a:off x="2621250" y="392912"/>
            <a:ext cx="223897" cy="223875"/>
            <a:chOff x="5557700" y="413400"/>
            <a:chExt cx="223897" cy="223875"/>
          </a:xfrm>
        </p:grpSpPr>
        <p:sp>
          <p:nvSpPr>
            <p:cNvPr id="37" name="Google Shape;37;p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3"/>
          <p:cNvGrpSpPr/>
          <p:nvPr/>
        </p:nvGrpSpPr>
        <p:grpSpPr>
          <a:xfrm>
            <a:off x="8430900" y="392912"/>
            <a:ext cx="223897" cy="223875"/>
            <a:chOff x="5557700" y="413400"/>
            <a:chExt cx="223897" cy="223875"/>
          </a:xfrm>
        </p:grpSpPr>
        <p:sp>
          <p:nvSpPr>
            <p:cNvPr id="41" name="Google Shape;41;p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44;p3"/>
          <p:cNvGrpSpPr/>
          <p:nvPr/>
        </p:nvGrpSpPr>
        <p:grpSpPr>
          <a:xfrm>
            <a:off x="536381" y="362686"/>
            <a:ext cx="353419" cy="353419"/>
            <a:chOff x="713100" y="539400"/>
            <a:chExt cx="446575" cy="446575"/>
          </a:xfrm>
        </p:grpSpPr>
        <p:sp>
          <p:nvSpPr>
            <p:cNvPr id="45" name="Google Shape;45;p3"/>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a:off x="489200" y="4553738"/>
            <a:ext cx="223897" cy="223875"/>
            <a:chOff x="5557700" y="413400"/>
            <a:chExt cx="223897" cy="223875"/>
          </a:xfrm>
        </p:grpSpPr>
        <p:sp>
          <p:nvSpPr>
            <p:cNvPr id="48" name="Google Shape;48;p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0"/>
        <p:cNvGrpSpPr/>
        <p:nvPr/>
      </p:nvGrpSpPr>
      <p:grpSpPr>
        <a:xfrm>
          <a:off x="0" y="0"/>
          <a:ext cx="0" cy="0"/>
          <a:chOff x="0" y="0"/>
          <a:chExt cx="0" cy="0"/>
        </a:xfrm>
      </p:grpSpPr>
      <p:pic>
        <p:nvPicPr>
          <p:cNvPr id="71" name="Google Shape;71;p5"/>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72" name="Google Shape;72;p5"/>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
        <p:nvSpPr>
          <p:cNvPr id="73" name="Google Shape;73;p5"/>
          <p:cNvSpPr txBox="1">
            <a:spLocks noGrp="1"/>
          </p:cNvSpPr>
          <p:nvPr>
            <p:ph type="subTitle" idx="1"/>
          </p:nvPr>
        </p:nvSpPr>
        <p:spPr>
          <a:xfrm>
            <a:off x="1041313" y="3052867"/>
            <a:ext cx="3099300" cy="120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5"/>
          <p:cNvSpPr txBox="1">
            <a:spLocks noGrp="1"/>
          </p:cNvSpPr>
          <p:nvPr>
            <p:ph type="subTitle" idx="2"/>
          </p:nvPr>
        </p:nvSpPr>
        <p:spPr>
          <a:xfrm>
            <a:off x="1041313" y="2691342"/>
            <a:ext cx="3099300" cy="36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75" name="Google Shape;75;p5"/>
          <p:cNvSpPr txBox="1">
            <a:spLocks noGrp="1"/>
          </p:cNvSpPr>
          <p:nvPr>
            <p:ph type="subTitle" idx="3"/>
          </p:nvPr>
        </p:nvSpPr>
        <p:spPr>
          <a:xfrm>
            <a:off x="5003388" y="3052867"/>
            <a:ext cx="3099300" cy="120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 name="Google Shape;76;p5"/>
          <p:cNvSpPr txBox="1">
            <a:spLocks noGrp="1"/>
          </p:cNvSpPr>
          <p:nvPr>
            <p:ph type="subTitle" idx="4"/>
          </p:nvPr>
        </p:nvSpPr>
        <p:spPr>
          <a:xfrm>
            <a:off x="5003388" y="2691342"/>
            <a:ext cx="3099300" cy="36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grpSp>
        <p:nvGrpSpPr>
          <p:cNvPr id="77" name="Google Shape;77;p5"/>
          <p:cNvGrpSpPr/>
          <p:nvPr/>
        </p:nvGrpSpPr>
        <p:grpSpPr>
          <a:xfrm>
            <a:off x="536394" y="4427399"/>
            <a:ext cx="353419" cy="353419"/>
            <a:chOff x="713100" y="539400"/>
            <a:chExt cx="446575" cy="446575"/>
          </a:xfrm>
        </p:grpSpPr>
        <p:sp>
          <p:nvSpPr>
            <p:cNvPr id="78" name="Google Shape;78;p5"/>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80;p5"/>
          <p:cNvGrpSpPr/>
          <p:nvPr/>
        </p:nvGrpSpPr>
        <p:grpSpPr>
          <a:xfrm>
            <a:off x="280375" y="254762"/>
            <a:ext cx="223897" cy="223875"/>
            <a:chOff x="5557700" y="413400"/>
            <a:chExt cx="223897" cy="223875"/>
          </a:xfrm>
        </p:grpSpPr>
        <p:sp>
          <p:nvSpPr>
            <p:cNvPr id="81" name="Google Shape;81;p5"/>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84;p5"/>
          <p:cNvGrpSpPr/>
          <p:nvPr/>
        </p:nvGrpSpPr>
        <p:grpSpPr>
          <a:xfrm>
            <a:off x="8608875" y="225937"/>
            <a:ext cx="223897" cy="223875"/>
            <a:chOff x="5557700" y="413400"/>
            <a:chExt cx="223897" cy="223875"/>
          </a:xfrm>
        </p:grpSpPr>
        <p:sp>
          <p:nvSpPr>
            <p:cNvPr id="85" name="Google Shape;85;p5"/>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4"/>
        <p:cNvGrpSpPr/>
        <p:nvPr/>
      </p:nvGrpSpPr>
      <p:grpSpPr>
        <a:xfrm>
          <a:off x="0" y="0"/>
          <a:ext cx="0" cy="0"/>
          <a:chOff x="0" y="0"/>
          <a:chExt cx="0" cy="0"/>
        </a:xfrm>
      </p:grpSpPr>
      <p:pic>
        <p:nvPicPr>
          <p:cNvPr id="135" name="Google Shape;135;p8"/>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136" name="Google Shape;136;p8"/>
          <p:cNvSpPr txBox="1">
            <a:spLocks noGrp="1"/>
          </p:cNvSpPr>
          <p:nvPr>
            <p:ph type="title"/>
          </p:nvPr>
        </p:nvSpPr>
        <p:spPr>
          <a:xfrm>
            <a:off x="1186175" y="1656972"/>
            <a:ext cx="6772800" cy="10389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37" name="Google Shape;137;p8"/>
          <p:cNvGrpSpPr/>
          <p:nvPr/>
        </p:nvGrpSpPr>
        <p:grpSpPr>
          <a:xfrm>
            <a:off x="1186175" y="4370213"/>
            <a:ext cx="223897" cy="223875"/>
            <a:chOff x="5557700" y="413400"/>
            <a:chExt cx="223897" cy="223875"/>
          </a:xfrm>
        </p:grpSpPr>
        <p:sp>
          <p:nvSpPr>
            <p:cNvPr id="138" name="Google Shape;138;p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8"/>
          <p:cNvGrpSpPr/>
          <p:nvPr/>
        </p:nvGrpSpPr>
        <p:grpSpPr>
          <a:xfrm>
            <a:off x="279781" y="1579774"/>
            <a:ext cx="353419" cy="353419"/>
            <a:chOff x="713100" y="539400"/>
            <a:chExt cx="446575" cy="446575"/>
          </a:xfrm>
        </p:grpSpPr>
        <p:sp>
          <p:nvSpPr>
            <p:cNvPr id="142" name="Google Shape;142;p8"/>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8"/>
          <p:cNvGrpSpPr/>
          <p:nvPr/>
        </p:nvGrpSpPr>
        <p:grpSpPr>
          <a:xfrm>
            <a:off x="8207000" y="794075"/>
            <a:ext cx="223897" cy="223875"/>
            <a:chOff x="5557700" y="413400"/>
            <a:chExt cx="223897" cy="223875"/>
          </a:xfrm>
        </p:grpSpPr>
        <p:sp>
          <p:nvSpPr>
            <p:cNvPr id="145" name="Google Shape;145;p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8"/>
          <p:cNvGrpSpPr/>
          <p:nvPr/>
        </p:nvGrpSpPr>
        <p:grpSpPr>
          <a:xfrm>
            <a:off x="4460625" y="315537"/>
            <a:ext cx="223897" cy="223875"/>
            <a:chOff x="5557700" y="413400"/>
            <a:chExt cx="223897" cy="223875"/>
          </a:xfrm>
        </p:grpSpPr>
        <p:sp>
          <p:nvSpPr>
            <p:cNvPr id="149" name="Google Shape;149;p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8"/>
          <p:cNvGrpSpPr/>
          <p:nvPr/>
        </p:nvGrpSpPr>
        <p:grpSpPr>
          <a:xfrm>
            <a:off x="4833256" y="4016799"/>
            <a:ext cx="353419" cy="353419"/>
            <a:chOff x="713100" y="539400"/>
            <a:chExt cx="446575" cy="446575"/>
          </a:xfrm>
        </p:grpSpPr>
        <p:sp>
          <p:nvSpPr>
            <p:cNvPr id="153" name="Google Shape;153;p8"/>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 name="Google Shape;155;p8"/>
          <p:cNvGrpSpPr/>
          <p:nvPr/>
        </p:nvGrpSpPr>
        <p:grpSpPr>
          <a:xfrm>
            <a:off x="8207000" y="4492163"/>
            <a:ext cx="223897" cy="223875"/>
            <a:chOff x="5557700" y="413400"/>
            <a:chExt cx="223897" cy="223875"/>
          </a:xfrm>
        </p:grpSpPr>
        <p:sp>
          <p:nvSpPr>
            <p:cNvPr id="156" name="Google Shape;156;p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8"/>
          <p:cNvGrpSpPr/>
          <p:nvPr/>
        </p:nvGrpSpPr>
        <p:grpSpPr>
          <a:xfrm>
            <a:off x="8528400" y="4081575"/>
            <a:ext cx="223897" cy="223875"/>
            <a:chOff x="5557700" y="413400"/>
            <a:chExt cx="223897" cy="223875"/>
          </a:xfrm>
        </p:grpSpPr>
        <p:sp>
          <p:nvSpPr>
            <p:cNvPr id="160" name="Google Shape;160;p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3"/>
        <p:cNvGrpSpPr/>
        <p:nvPr/>
      </p:nvGrpSpPr>
      <p:grpSpPr>
        <a:xfrm>
          <a:off x="0" y="0"/>
          <a:ext cx="0" cy="0"/>
          <a:chOff x="0" y="0"/>
          <a:chExt cx="0" cy="0"/>
        </a:xfrm>
      </p:grpSpPr>
      <p:pic>
        <p:nvPicPr>
          <p:cNvPr id="164" name="Google Shape;164;p9"/>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165" name="Google Shape;165;p9"/>
          <p:cNvSpPr txBox="1">
            <a:spLocks noGrp="1"/>
          </p:cNvSpPr>
          <p:nvPr>
            <p:ph type="subTitle" idx="1"/>
          </p:nvPr>
        </p:nvSpPr>
        <p:spPr>
          <a:xfrm>
            <a:off x="2328750" y="2075150"/>
            <a:ext cx="4486500" cy="1716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6" name="Google Shape;166;p9"/>
          <p:cNvSpPr txBox="1">
            <a:spLocks noGrp="1"/>
          </p:cNvSpPr>
          <p:nvPr>
            <p:ph type="title"/>
          </p:nvPr>
        </p:nvSpPr>
        <p:spPr>
          <a:xfrm>
            <a:off x="1723950" y="1406576"/>
            <a:ext cx="5696100" cy="43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800"/>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grpSp>
        <p:nvGrpSpPr>
          <p:cNvPr id="167" name="Google Shape;167;p9"/>
          <p:cNvGrpSpPr/>
          <p:nvPr/>
        </p:nvGrpSpPr>
        <p:grpSpPr>
          <a:xfrm flipH="1">
            <a:off x="670723" y="4432500"/>
            <a:ext cx="223897" cy="223875"/>
            <a:chOff x="5557700" y="413400"/>
            <a:chExt cx="223897" cy="223875"/>
          </a:xfrm>
        </p:grpSpPr>
        <p:sp>
          <p:nvSpPr>
            <p:cNvPr id="168" name="Google Shape;168;p9"/>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9"/>
          <p:cNvGrpSpPr/>
          <p:nvPr/>
        </p:nvGrpSpPr>
        <p:grpSpPr>
          <a:xfrm flipH="1">
            <a:off x="1063100" y="4208615"/>
            <a:ext cx="223897" cy="223875"/>
            <a:chOff x="5557700" y="413400"/>
            <a:chExt cx="223897" cy="223875"/>
          </a:xfrm>
        </p:grpSpPr>
        <p:sp>
          <p:nvSpPr>
            <p:cNvPr id="172" name="Google Shape;172;p9"/>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9"/>
          <p:cNvGrpSpPr/>
          <p:nvPr/>
        </p:nvGrpSpPr>
        <p:grpSpPr>
          <a:xfrm>
            <a:off x="8593700" y="4492163"/>
            <a:ext cx="223897" cy="223875"/>
            <a:chOff x="5557700" y="413400"/>
            <a:chExt cx="223897" cy="223875"/>
          </a:xfrm>
        </p:grpSpPr>
        <p:sp>
          <p:nvSpPr>
            <p:cNvPr id="176" name="Google Shape;176;p9"/>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 name="Google Shape;179;p9"/>
          <p:cNvGrpSpPr/>
          <p:nvPr/>
        </p:nvGrpSpPr>
        <p:grpSpPr>
          <a:xfrm>
            <a:off x="8720825" y="187075"/>
            <a:ext cx="223897" cy="223875"/>
            <a:chOff x="5557700" y="413400"/>
            <a:chExt cx="223897" cy="223875"/>
          </a:xfrm>
        </p:grpSpPr>
        <p:sp>
          <p:nvSpPr>
            <p:cNvPr id="180" name="Google Shape;180;p9"/>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3"/>
        <p:cNvGrpSpPr/>
        <p:nvPr/>
      </p:nvGrpSpPr>
      <p:grpSpPr>
        <a:xfrm>
          <a:off x="0" y="0"/>
          <a:ext cx="0" cy="0"/>
          <a:chOff x="0" y="0"/>
          <a:chExt cx="0" cy="0"/>
        </a:xfrm>
      </p:grpSpPr>
      <p:sp>
        <p:nvSpPr>
          <p:cNvPr id="184" name="Google Shape;184;p10"/>
          <p:cNvSpPr txBox="1">
            <a:spLocks noGrp="1"/>
          </p:cNvSpPr>
          <p:nvPr>
            <p:ph type="body" idx="1"/>
          </p:nvPr>
        </p:nvSpPr>
        <p:spPr>
          <a:xfrm>
            <a:off x="4417963" y="736628"/>
            <a:ext cx="3515700" cy="721200"/>
          </a:xfrm>
          <a:prstGeom prst="rect">
            <a:avLst/>
          </a:prstGeom>
          <a:noFill/>
        </p:spPr>
        <p:txBody>
          <a:bodyPr spcFirstLastPara="1" wrap="square" lIns="91425" tIns="91425" rIns="91425" bIns="91425" anchor="t" anchorCtr="0">
            <a:noAutofit/>
          </a:bodyPr>
          <a:lstStyle>
            <a:lvl1pPr marL="457200" lvl="0" indent="-228600" algn="ctr">
              <a:lnSpc>
                <a:spcPct val="100000"/>
              </a:lnSpc>
              <a:spcBef>
                <a:spcPts val="0"/>
              </a:spcBef>
              <a:spcAft>
                <a:spcPts val="0"/>
              </a:spcAft>
              <a:buSzPts val="1400"/>
              <a:buNone/>
              <a:defRPr sz="2200">
                <a:latin typeface="Press Start 2P"/>
                <a:ea typeface="Press Start 2P"/>
                <a:cs typeface="Press Start 2P"/>
                <a:sym typeface="Press Start 2P"/>
              </a:defRPr>
            </a:lvl1pPr>
          </a:lstStyle>
          <a:p>
            <a:endParaRPr/>
          </a:p>
        </p:txBody>
      </p:sp>
      <p:sp>
        <p:nvSpPr>
          <p:cNvPr id="185" name="Google Shape;185;p10"/>
          <p:cNvSpPr/>
          <p:nvPr/>
        </p:nvSpPr>
        <p:spPr>
          <a:xfrm>
            <a:off x="713100" y="539400"/>
            <a:ext cx="7717800" cy="40647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 name="Google Shape;186;p10"/>
          <p:cNvGrpSpPr/>
          <p:nvPr/>
        </p:nvGrpSpPr>
        <p:grpSpPr>
          <a:xfrm>
            <a:off x="304548" y="4649490"/>
            <a:ext cx="223897" cy="223875"/>
            <a:chOff x="5557700" y="413400"/>
            <a:chExt cx="223897" cy="223875"/>
          </a:xfrm>
        </p:grpSpPr>
        <p:sp>
          <p:nvSpPr>
            <p:cNvPr id="187" name="Google Shape;187;p10"/>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0"/>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 name="Google Shape;190;p10"/>
          <p:cNvGrpSpPr/>
          <p:nvPr/>
        </p:nvGrpSpPr>
        <p:grpSpPr>
          <a:xfrm>
            <a:off x="8622523" y="208992"/>
            <a:ext cx="223897" cy="223875"/>
            <a:chOff x="5557700" y="413400"/>
            <a:chExt cx="223897" cy="223875"/>
          </a:xfrm>
        </p:grpSpPr>
        <p:sp>
          <p:nvSpPr>
            <p:cNvPr id="191" name="Google Shape;191;p10"/>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0"/>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0"/>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0"/>
          <p:cNvGrpSpPr/>
          <p:nvPr/>
        </p:nvGrpSpPr>
        <p:grpSpPr>
          <a:xfrm>
            <a:off x="4721450" y="4725814"/>
            <a:ext cx="223897" cy="223875"/>
            <a:chOff x="5557700" y="413400"/>
            <a:chExt cx="223897" cy="223875"/>
          </a:xfrm>
        </p:grpSpPr>
        <p:sp>
          <p:nvSpPr>
            <p:cNvPr id="195" name="Google Shape;195;p10"/>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0"/>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0"/>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0"/>
          <p:cNvGrpSpPr/>
          <p:nvPr/>
        </p:nvGrpSpPr>
        <p:grpSpPr>
          <a:xfrm>
            <a:off x="239781" y="209011"/>
            <a:ext cx="353419" cy="353419"/>
            <a:chOff x="713100" y="539400"/>
            <a:chExt cx="446575" cy="446575"/>
          </a:xfrm>
        </p:grpSpPr>
        <p:sp>
          <p:nvSpPr>
            <p:cNvPr id="199" name="Google Shape;199;p10"/>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0"/>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 name="Google Shape;201;p10"/>
          <p:cNvGrpSpPr/>
          <p:nvPr/>
        </p:nvGrpSpPr>
        <p:grpSpPr>
          <a:xfrm>
            <a:off x="8707775" y="3819014"/>
            <a:ext cx="223897" cy="223875"/>
            <a:chOff x="5557700" y="413400"/>
            <a:chExt cx="223897" cy="223875"/>
          </a:xfrm>
        </p:grpSpPr>
        <p:sp>
          <p:nvSpPr>
            <p:cNvPr id="202" name="Google Shape;202;p10"/>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0"/>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0"/>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39"/>
        <p:cNvGrpSpPr/>
        <p:nvPr/>
      </p:nvGrpSpPr>
      <p:grpSpPr>
        <a:xfrm>
          <a:off x="0" y="0"/>
          <a:ext cx="0" cy="0"/>
          <a:chOff x="0" y="0"/>
          <a:chExt cx="0" cy="0"/>
        </a:xfrm>
      </p:grpSpPr>
    </p:spTree>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40"/>
        <p:cNvGrpSpPr/>
        <p:nvPr/>
      </p:nvGrpSpPr>
      <p:grpSpPr>
        <a:xfrm>
          <a:off x="0" y="0"/>
          <a:ext cx="0" cy="0"/>
          <a:chOff x="0" y="0"/>
          <a:chExt cx="0" cy="0"/>
        </a:xfrm>
      </p:grpSpPr>
      <p:pic>
        <p:nvPicPr>
          <p:cNvPr id="241" name="Google Shape;241;p13"/>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242" name="Google Shape;242;p13"/>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sp>
        <p:nvSpPr>
          <p:cNvPr id="243" name="Google Shape;243;p13"/>
          <p:cNvSpPr txBox="1">
            <a:spLocks noGrp="1"/>
          </p:cNvSpPr>
          <p:nvPr>
            <p:ph type="subTitle" idx="1"/>
          </p:nvPr>
        </p:nvSpPr>
        <p:spPr>
          <a:xfrm>
            <a:off x="1530106" y="1955446"/>
            <a:ext cx="2936100" cy="69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4" name="Google Shape;244;p13"/>
          <p:cNvSpPr txBox="1">
            <a:spLocks noGrp="1"/>
          </p:cNvSpPr>
          <p:nvPr>
            <p:ph type="subTitle" idx="2"/>
          </p:nvPr>
        </p:nvSpPr>
        <p:spPr>
          <a:xfrm>
            <a:off x="1530109" y="1569854"/>
            <a:ext cx="29361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45" name="Google Shape;245;p13"/>
          <p:cNvSpPr txBox="1">
            <a:spLocks noGrp="1"/>
          </p:cNvSpPr>
          <p:nvPr>
            <p:ph type="subTitle" idx="3"/>
          </p:nvPr>
        </p:nvSpPr>
        <p:spPr>
          <a:xfrm>
            <a:off x="1530106" y="3407233"/>
            <a:ext cx="2936100" cy="69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6" name="Google Shape;246;p13"/>
          <p:cNvSpPr txBox="1">
            <a:spLocks noGrp="1"/>
          </p:cNvSpPr>
          <p:nvPr>
            <p:ph type="subTitle" idx="4"/>
          </p:nvPr>
        </p:nvSpPr>
        <p:spPr>
          <a:xfrm>
            <a:off x="1530109" y="3016458"/>
            <a:ext cx="29361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47" name="Google Shape;247;p13"/>
          <p:cNvSpPr txBox="1">
            <a:spLocks noGrp="1"/>
          </p:cNvSpPr>
          <p:nvPr>
            <p:ph type="subTitle" idx="5"/>
          </p:nvPr>
        </p:nvSpPr>
        <p:spPr>
          <a:xfrm>
            <a:off x="5474033" y="1955446"/>
            <a:ext cx="2936100" cy="69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13"/>
          <p:cNvSpPr txBox="1">
            <a:spLocks noGrp="1"/>
          </p:cNvSpPr>
          <p:nvPr>
            <p:ph type="subTitle" idx="6"/>
          </p:nvPr>
        </p:nvSpPr>
        <p:spPr>
          <a:xfrm>
            <a:off x="5474029" y="1569854"/>
            <a:ext cx="29361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49" name="Google Shape;249;p13"/>
          <p:cNvSpPr txBox="1">
            <a:spLocks noGrp="1"/>
          </p:cNvSpPr>
          <p:nvPr>
            <p:ph type="subTitle" idx="7"/>
          </p:nvPr>
        </p:nvSpPr>
        <p:spPr>
          <a:xfrm>
            <a:off x="5474033" y="3407233"/>
            <a:ext cx="2936100" cy="69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0" name="Google Shape;250;p13"/>
          <p:cNvSpPr txBox="1">
            <a:spLocks noGrp="1"/>
          </p:cNvSpPr>
          <p:nvPr>
            <p:ph type="subTitle" idx="8"/>
          </p:nvPr>
        </p:nvSpPr>
        <p:spPr>
          <a:xfrm>
            <a:off x="5474029" y="3016458"/>
            <a:ext cx="29361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51" name="Google Shape;251;p13"/>
          <p:cNvSpPr txBox="1">
            <a:spLocks noGrp="1"/>
          </p:cNvSpPr>
          <p:nvPr>
            <p:ph type="title" idx="9" hasCustomPrompt="1"/>
          </p:nvPr>
        </p:nvSpPr>
        <p:spPr>
          <a:xfrm>
            <a:off x="734430" y="1569854"/>
            <a:ext cx="796500" cy="39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1600"/>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252" name="Google Shape;252;p13"/>
          <p:cNvSpPr txBox="1">
            <a:spLocks noGrp="1"/>
          </p:cNvSpPr>
          <p:nvPr>
            <p:ph type="title" idx="13" hasCustomPrompt="1"/>
          </p:nvPr>
        </p:nvSpPr>
        <p:spPr>
          <a:xfrm>
            <a:off x="734430" y="3016467"/>
            <a:ext cx="796500" cy="39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1600"/>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253" name="Google Shape;253;p13"/>
          <p:cNvSpPr txBox="1">
            <a:spLocks noGrp="1"/>
          </p:cNvSpPr>
          <p:nvPr>
            <p:ph type="title" idx="14" hasCustomPrompt="1"/>
          </p:nvPr>
        </p:nvSpPr>
        <p:spPr>
          <a:xfrm>
            <a:off x="4678532" y="1569854"/>
            <a:ext cx="796500" cy="39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1600"/>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254" name="Google Shape;254;p13"/>
          <p:cNvSpPr txBox="1">
            <a:spLocks noGrp="1"/>
          </p:cNvSpPr>
          <p:nvPr>
            <p:ph type="title" idx="15" hasCustomPrompt="1"/>
          </p:nvPr>
        </p:nvSpPr>
        <p:spPr>
          <a:xfrm>
            <a:off x="4678532" y="3016467"/>
            <a:ext cx="796500" cy="39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1600"/>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grpSp>
        <p:nvGrpSpPr>
          <p:cNvPr id="255" name="Google Shape;255;p13"/>
          <p:cNvGrpSpPr/>
          <p:nvPr/>
        </p:nvGrpSpPr>
        <p:grpSpPr>
          <a:xfrm>
            <a:off x="8317819" y="4371549"/>
            <a:ext cx="353419" cy="353419"/>
            <a:chOff x="713100" y="539400"/>
            <a:chExt cx="446575" cy="446575"/>
          </a:xfrm>
        </p:grpSpPr>
        <p:sp>
          <p:nvSpPr>
            <p:cNvPr id="256" name="Google Shape;256;p13"/>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3"/>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13"/>
          <p:cNvGrpSpPr/>
          <p:nvPr/>
        </p:nvGrpSpPr>
        <p:grpSpPr>
          <a:xfrm>
            <a:off x="8671250" y="2722850"/>
            <a:ext cx="223897" cy="223875"/>
            <a:chOff x="5557700" y="413400"/>
            <a:chExt cx="223897" cy="223875"/>
          </a:xfrm>
        </p:grpSpPr>
        <p:sp>
          <p:nvSpPr>
            <p:cNvPr id="259" name="Google Shape;259;p1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3"/>
          <p:cNvGrpSpPr/>
          <p:nvPr/>
        </p:nvGrpSpPr>
        <p:grpSpPr>
          <a:xfrm>
            <a:off x="326950" y="267800"/>
            <a:ext cx="223897" cy="223875"/>
            <a:chOff x="5557700" y="413400"/>
            <a:chExt cx="223897" cy="223875"/>
          </a:xfrm>
        </p:grpSpPr>
        <p:sp>
          <p:nvSpPr>
            <p:cNvPr id="263" name="Google Shape;263;p1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6">
    <p:spTree>
      <p:nvGrpSpPr>
        <p:cNvPr id="1" name="Shape 266"/>
        <p:cNvGrpSpPr/>
        <p:nvPr/>
      </p:nvGrpSpPr>
      <p:grpSpPr>
        <a:xfrm>
          <a:off x="0" y="0"/>
          <a:ext cx="0" cy="0"/>
          <a:chOff x="0" y="0"/>
          <a:chExt cx="0" cy="0"/>
        </a:xfrm>
      </p:grpSpPr>
      <p:pic>
        <p:nvPicPr>
          <p:cNvPr id="267" name="Google Shape;267;p14"/>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268" name="Google Shape;268;p14"/>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sp>
        <p:nvSpPr>
          <p:cNvPr id="269" name="Google Shape;269;p14"/>
          <p:cNvSpPr txBox="1">
            <a:spLocks noGrp="1"/>
          </p:cNvSpPr>
          <p:nvPr>
            <p:ph type="subTitle" idx="1"/>
          </p:nvPr>
        </p:nvSpPr>
        <p:spPr>
          <a:xfrm>
            <a:off x="713100" y="3244700"/>
            <a:ext cx="2304600" cy="105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0" name="Google Shape;270;p14"/>
          <p:cNvSpPr txBox="1">
            <a:spLocks noGrp="1"/>
          </p:cNvSpPr>
          <p:nvPr>
            <p:ph type="subTitle" idx="2"/>
          </p:nvPr>
        </p:nvSpPr>
        <p:spPr>
          <a:xfrm>
            <a:off x="713102" y="2845450"/>
            <a:ext cx="23046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71" name="Google Shape;271;p14"/>
          <p:cNvSpPr txBox="1">
            <a:spLocks noGrp="1"/>
          </p:cNvSpPr>
          <p:nvPr>
            <p:ph type="subTitle" idx="3"/>
          </p:nvPr>
        </p:nvSpPr>
        <p:spPr>
          <a:xfrm>
            <a:off x="3419700" y="3244700"/>
            <a:ext cx="2304600" cy="105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2" name="Google Shape;272;p14"/>
          <p:cNvSpPr txBox="1">
            <a:spLocks noGrp="1"/>
          </p:cNvSpPr>
          <p:nvPr>
            <p:ph type="subTitle" idx="4"/>
          </p:nvPr>
        </p:nvSpPr>
        <p:spPr>
          <a:xfrm>
            <a:off x="3419702" y="2845450"/>
            <a:ext cx="23046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sp>
        <p:nvSpPr>
          <p:cNvPr id="273" name="Google Shape;273;p14"/>
          <p:cNvSpPr txBox="1">
            <a:spLocks noGrp="1"/>
          </p:cNvSpPr>
          <p:nvPr>
            <p:ph type="subTitle" idx="5"/>
          </p:nvPr>
        </p:nvSpPr>
        <p:spPr>
          <a:xfrm>
            <a:off x="6126300" y="3244700"/>
            <a:ext cx="2304600" cy="105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4"/>
          <p:cNvSpPr txBox="1">
            <a:spLocks noGrp="1"/>
          </p:cNvSpPr>
          <p:nvPr>
            <p:ph type="subTitle" idx="6"/>
          </p:nvPr>
        </p:nvSpPr>
        <p:spPr>
          <a:xfrm>
            <a:off x="6126302" y="2845450"/>
            <a:ext cx="2304600" cy="39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ress Start 2P"/>
              <a:buNone/>
              <a:defRPr sz="1600">
                <a:latin typeface="Press Start 2P"/>
                <a:ea typeface="Press Start 2P"/>
                <a:cs typeface="Press Start 2P"/>
                <a:sym typeface="Press Start 2P"/>
              </a:defRPr>
            </a:lvl1pPr>
            <a:lvl2pPr lvl="1"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2pPr>
            <a:lvl3pPr lvl="2"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3pPr>
            <a:lvl4pPr lvl="3"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4pPr>
            <a:lvl5pPr lvl="4"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5pPr>
            <a:lvl6pPr lvl="5"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6pPr>
            <a:lvl7pPr lvl="6"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7pPr>
            <a:lvl8pPr lvl="7"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8pPr>
            <a:lvl9pPr lvl="8" algn="ctr" rtl="0">
              <a:lnSpc>
                <a:spcPct val="100000"/>
              </a:lnSpc>
              <a:spcBef>
                <a:spcPts val="0"/>
              </a:spcBef>
              <a:spcAft>
                <a:spcPts val="0"/>
              </a:spcAft>
              <a:buSzPts val="1800"/>
              <a:buFont typeface="Press Start 2P"/>
              <a:buNone/>
              <a:defRPr sz="1800">
                <a:latin typeface="Press Start 2P"/>
                <a:ea typeface="Press Start 2P"/>
                <a:cs typeface="Press Start 2P"/>
                <a:sym typeface="Press Start 2P"/>
              </a:defRPr>
            </a:lvl9pPr>
          </a:lstStyle>
          <a:p>
            <a:endParaRPr/>
          </a:p>
        </p:txBody>
      </p:sp>
      <p:grpSp>
        <p:nvGrpSpPr>
          <p:cNvPr id="275" name="Google Shape;275;p14"/>
          <p:cNvGrpSpPr/>
          <p:nvPr/>
        </p:nvGrpSpPr>
        <p:grpSpPr>
          <a:xfrm>
            <a:off x="8430894" y="4327461"/>
            <a:ext cx="353419" cy="353419"/>
            <a:chOff x="713100" y="539400"/>
            <a:chExt cx="446575" cy="446575"/>
          </a:xfrm>
        </p:grpSpPr>
        <p:sp>
          <p:nvSpPr>
            <p:cNvPr id="276" name="Google Shape;276;p14"/>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 name="Google Shape;278;p14"/>
          <p:cNvGrpSpPr/>
          <p:nvPr/>
        </p:nvGrpSpPr>
        <p:grpSpPr>
          <a:xfrm>
            <a:off x="601148" y="4539315"/>
            <a:ext cx="223897" cy="223875"/>
            <a:chOff x="5557700" y="413400"/>
            <a:chExt cx="223897" cy="223875"/>
          </a:xfrm>
        </p:grpSpPr>
        <p:sp>
          <p:nvSpPr>
            <p:cNvPr id="279" name="Google Shape;279;p1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282;p14"/>
          <p:cNvGrpSpPr/>
          <p:nvPr/>
        </p:nvGrpSpPr>
        <p:grpSpPr>
          <a:xfrm>
            <a:off x="262000" y="225914"/>
            <a:ext cx="223897" cy="223875"/>
            <a:chOff x="5557700" y="413400"/>
            <a:chExt cx="223897" cy="223875"/>
          </a:xfrm>
        </p:grpSpPr>
        <p:sp>
          <p:nvSpPr>
            <p:cNvPr id="283" name="Google Shape;283;p1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14"/>
          <p:cNvGrpSpPr/>
          <p:nvPr/>
        </p:nvGrpSpPr>
        <p:grpSpPr>
          <a:xfrm>
            <a:off x="8122523" y="4602104"/>
            <a:ext cx="223897" cy="223875"/>
            <a:chOff x="5557700" y="413400"/>
            <a:chExt cx="223897" cy="223875"/>
          </a:xfrm>
        </p:grpSpPr>
        <p:sp>
          <p:nvSpPr>
            <p:cNvPr id="287" name="Google Shape;287;p1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 name="Google Shape;290;p14"/>
          <p:cNvGrpSpPr/>
          <p:nvPr/>
        </p:nvGrpSpPr>
        <p:grpSpPr>
          <a:xfrm>
            <a:off x="8664898" y="427454"/>
            <a:ext cx="223897" cy="223875"/>
            <a:chOff x="5557700" y="413400"/>
            <a:chExt cx="223897" cy="223875"/>
          </a:xfrm>
        </p:grpSpPr>
        <p:sp>
          <p:nvSpPr>
            <p:cNvPr id="291" name="Google Shape;291;p1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BLANK_10">
    <p:spTree>
      <p:nvGrpSpPr>
        <p:cNvPr id="1" name="Shape 381"/>
        <p:cNvGrpSpPr/>
        <p:nvPr/>
      </p:nvGrpSpPr>
      <p:grpSpPr>
        <a:xfrm>
          <a:off x="0" y="0"/>
          <a:ext cx="0" cy="0"/>
          <a:chOff x="0" y="0"/>
          <a:chExt cx="0" cy="0"/>
        </a:xfrm>
      </p:grpSpPr>
      <p:pic>
        <p:nvPicPr>
          <p:cNvPr id="382" name="Google Shape;382;p18"/>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383" name="Google Shape;383;p18"/>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sp>
        <p:nvSpPr>
          <p:cNvPr id="384" name="Google Shape;384;p18"/>
          <p:cNvSpPr txBox="1">
            <a:spLocks noGrp="1"/>
          </p:cNvSpPr>
          <p:nvPr>
            <p:ph type="body" idx="1"/>
          </p:nvPr>
        </p:nvSpPr>
        <p:spPr>
          <a:xfrm>
            <a:off x="713100" y="1344850"/>
            <a:ext cx="7717800" cy="2985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385" name="Google Shape;385;p18"/>
          <p:cNvGrpSpPr/>
          <p:nvPr/>
        </p:nvGrpSpPr>
        <p:grpSpPr>
          <a:xfrm>
            <a:off x="7918500" y="4182765"/>
            <a:ext cx="664795" cy="497547"/>
            <a:chOff x="7918500" y="4182765"/>
            <a:chExt cx="664795" cy="497547"/>
          </a:xfrm>
        </p:grpSpPr>
        <p:grpSp>
          <p:nvGrpSpPr>
            <p:cNvPr id="386" name="Google Shape;386;p18"/>
            <p:cNvGrpSpPr/>
            <p:nvPr/>
          </p:nvGrpSpPr>
          <p:grpSpPr>
            <a:xfrm>
              <a:off x="8359398" y="4182765"/>
              <a:ext cx="223897" cy="223875"/>
              <a:chOff x="5557700" y="413400"/>
              <a:chExt cx="223897" cy="223875"/>
            </a:xfrm>
          </p:grpSpPr>
          <p:sp>
            <p:nvSpPr>
              <p:cNvPr id="387" name="Google Shape;387;p1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 name="Google Shape;390;p18"/>
            <p:cNvGrpSpPr/>
            <p:nvPr/>
          </p:nvGrpSpPr>
          <p:grpSpPr>
            <a:xfrm>
              <a:off x="7918500" y="4456438"/>
              <a:ext cx="223897" cy="223875"/>
              <a:chOff x="5557700" y="413400"/>
              <a:chExt cx="223897" cy="223875"/>
            </a:xfrm>
          </p:grpSpPr>
          <p:sp>
            <p:nvSpPr>
              <p:cNvPr id="391" name="Google Shape;391;p1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4" name="Google Shape;394;p18"/>
          <p:cNvGrpSpPr/>
          <p:nvPr/>
        </p:nvGrpSpPr>
        <p:grpSpPr>
          <a:xfrm>
            <a:off x="289369" y="4486599"/>
            <a:ext cx="353419" cy="353419"/>
            <a:chOff x="713100" y="539400"/>
            <a:chExt cx="446575" cy="446575"/>
          </a:xfrm>
        </p:grpSpPr>
        <p:sp>
          <p:nvSpPr>
            <p:cNvPr id="395" name="Google Shape;395;p18"/>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8"/>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18"/>
          <p:cNvGrpSpPr/>
          <p:nvPr/>
        </p:nvGrpSpPr>
        <p:grpSpPr>
          <a:xfrm>
            <a:off x="8635425" y="1212138"/>
            <a:ext cx="223897" cy="223875"/>
            <a:chOff x="5557700" y="413400"/>
            <a:chExt cx="223897" cy="223875"/>
          </a:xfrm>
        </p:grpSpPr>
        <p:sp>
          <p:nvSpPr>
            <p:cNvPr id="398" name="Google Shape;398;p18"/>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8"/>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8"/>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4">
    <p:spTree>
      <p:nvGrpSpPr>
        <p:cNvPr id="1" name="Shape 480"/>
        <p:cNvGrpSpPr/>
        <p:nvPr/>
      </p:nvGrpSpPr>
      <p:grpSpPr>
        <a:xfrm>
          <a:off x="0" y="0"/>
          <a:ext cx="0" cy="0"/>
          <a:chOff x="0" y="0"/>
          <a:chExt cx="0" cy="0"/>
        </a:xfrm>
      </p:grpSpPr>
      <p:pic>
        <p:nvPicPr>
          <p:cNvPr id="481" name="Google Shape;481;p23"/>
          <p:cNvPicPr preferRelativeResize="0"/>
          <p:nvPr/>
        </p:nvPicPr>
        <p:blipFill>
          <a:blip r:embed="rId2">
            <a:alphaModFix amt="19000"/>
          </a:blip>
          <a:stretch>
            <a:fillRect/>
          </a:stretch>
        </p:blipFill>
        <p:spPr>
          <a:xfrm>
            <a:off x="0" y="0"/>
            <a:ext cx="9144000" cy="5143500"/>
          </a:xfrm>
          <a:prstGeom prst="rect">
            <a:avLst/>
          </a:prstGeom>
          <a:noFill/>
          <a:ln>
            <a:noFill/>
          </a:ln>
        </p:spPr>
      </p:pic>
      <p:sp>
        <p:nvSpPr>
          <p:cNvPr id="482" name="Google Shape;482;p23"/>
          <p:cNvSpPr/>
          <p:nvPr/>
        </p:nvSpPr>
        <p:spPr>
          <a:xfrm>
            <a:off x="486600" y="420150"/>
            <a:ext cx="8170800" cy="43032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23"/>
          <p:cNvGrpSpPr/>
          <p:nvPr/>
        </p:nvGrpSpPr>
        <p:grpSpPr>
          <a:xfrm>
            <a:off x="8164119" y="593273"/>
            <a:ext cx="353419" cy="353419"/>
            <a:chOff x="713100" y="539400"/>
            <a:chExt cx="446575" cy="446575"/>
          </a:xfrm>
        </p:grpSpPr>
        <p:sp>
          <p:nvSpPr>
            <p:cNvPr id="484" name="Google Shape;484;p23"/>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23"/>
          <p:cNvGrpSpPr/>
          <p:nvPr/>
        </p:nvGrpSpPr>
        <p:grpSpPr>
          <a:xfrm>
            <a:off x="8783475" y="4813300"/>
            <a:ext cx="223897" cy="223875"/>
            <a:chOff x="5557700" y="413400"/>
            <a:chExt cx="223897" cy="223875"/>
          </a:xfrm>
        </p:grpSpPr>
        <p:sp>
          <p:nvSpPr>
            <p:cNvPr id="487" name="Google Shape;487;p2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23"/>
          <p:cNvGrpSpPr/>
          <p:nvPr/>
        </p:nvGrpSpPr>
        <p:grpSpPr>
          <a:xfrm>
            <a:off x="127273" y="108465"/>
            <a:ext cx="223897" cy="223875"/>
            <a:chOff x="5557700" y="413400"/>
            <a:chExt cx="223897" cy="223875"/>
          </a:xfrm>
        </p:grpSpPr>
        <p:sp>
          <p:nvSpPr>
            <p:cNvPr id="491" name="Google Shape;491;p2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3">
    <p:spTree>
      <p:nvGrpSpPr>
        <p:cNvPr id="1" name="Shape 494"/>
        <p:cNvGrpSpPr/>
        <p:nvPr/>
      </p:nvGrpSpPr>
      <p:grpSpPr>
        <a:xfrm>
          <a:off x="0" y="0"/>
          <a:ext cx="0" cy="0"/>
          <a:chOff x="0" y="0"/>
          <a:chExt cx="0" cy="0"/>
        </a:xfrm>
      </p:grpSpPr>
      <p:pic>
        <p:nvPicPr>
          <p:cNvPr id="495" name="Google Shape;495;p24"/>
          <p:cNvPicPr preferRelativeResize="0"/>
          <p:nvPr/>
        </p:nvPicPr>
        <p:blipFill>
          <a:blip r:embed="rId2">
            <a:alphaModFix amt="19000"/>
          </a:blip>
          <a:stretch>
            <a:fillRect/>
          </a:stretch>
        </p:blipFill>
        <p:spPr>
          <a:xfrm>
            <a:off x="0" y="0"/>
            <a:ext cx="9144000" cy="5143500"/>
          </a:xfrm>
          <a:prstGeom prst="rect">
            <a:avLst/>
          </a:prstGeom>
          <a:noFill/>
          <a:ln>
            <a:noFill/>
          </a:ln>
        </p:spPr>
      </p:pic>
      <p:grpSp>
        <p:nvGrpSpPr>
          <p:cNvPr id="496" name="Google Shape;496;p24"/>
          <p:cNvGrpSpPr/>
          <p:nvPr/>
        </p:nvGrpSpPr>
        <p:grpSpPr>
          <a:xfrm>
            <a:off x="536381" y="4427386"/>
            <a:ext cx="353419" cy="353419"/>
            <a:chOff x="713100" y="539400"/>
            <a:chExt cx="446575" cy="446575"/>
          </a:xfrm>
        </p:grpSpPr>
        <p:sp>
          <p:nvSpPr>
            <p:cNvPr id="497" name="Google Shape;497;p24"/>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4"/>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24"/>
          <p:cNvGrpSpPr/>
          <p:nvPr/>
        </p:nvGrpSpPr>
        <p:grpSpPr>
          <a:xfrm>
            <a:off x="8430900" y="315525"/>
            <a:ext cx="223897" cy="223875"/>
            <a:chOff x="5557700" y="413400"/>
            <a:chExt cx="223897" cy="223875"/>
          </a:xfrm>
        </p:grpSpPr>
        <p:sp>
          <p:nvSpPr>
            <p:cNvPr id="500" name="Google Shape;500;p2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 name="Google Shape;503;p24"/>
          <p:cNvGrpSpPr/>
          <p:nvPr/>
        </p:nvGrpSpPr>
        <p:grpSpPr>
          <a:xfrm>
            <a:off x="8064848" y="539390"/>
            <a:ext cx="223897" cy="223875"/>
            <a:chOff x="5557700" y="413400"/>
            <a:chExt cx="223897" cy="223875"/>
          </a:xfrm>
        </p:grpSpPr>
        <p:sp>
          <p:nvSpPr>
            <p:cNvPr id="504" name="Google Shape;504;p2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24"/>
          <p:cNvGrpSpPr/>
          <p:nvPr/>
        </p:nvGrpSpPr>
        <p:grpSpPr>
          <a:xfrm>
            <a:off x="239773" y="1080740"/>
            <a:ext cx="223897" cy="223875"/>
            <a:chOff x="5557700" y="413400"/>
            <a:chExt cx="223897" cy="223875"/>
          </a:xfrm>
        </p:grpSpPr>
        <p:sp>
          <p:nvSpPr>
            <p:cNvPr id="508" name="Google Shape;508;p2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24"/>
          <p:cNvGrpSpPr/>
          <p:nvPr/>
        </p:nvGrpSpPr>
        <p:grpSpPr>
          <a:xfrm>
            <a:off x="8654800" y="3799900"/>
            <a:ext cx="223897" cy="223875"/>
            <a:chOff x="5557700" y="413400"/>
            <a:chExt cx="223897" cy="223875"/>
          </a:xfrm>
        </p:grpSpPr>
        <p:sp>
          <p:nvSpPr>
            <p:cNvPr id="512" name="Google Shape;512;p2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099" y="1609650"/>
            <a:ext cx="7713900" cy="1493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2203613" y="3102750"/>
            <a:ext cx="4736700" cy="43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r>
              <a:rPr lang="en-US"/>
              <a:t>Click to edit Master subtitle style</a:t>
            </a:r>
            <a:endParaRPr/>
          </a:p>
        </p:txBody>
      </p:sp>
      <p:grpSp>
        <p:nvGrpSpPr>
          <p:cNvPr id="11" name="Google Shape;11;p2"/>
          <p:cNvGrpSpPr/>
          <p:nvPr/>
        </p:nvGrpSpPr>
        <p:grpSpPr>
          <a:xfrm>
            <a:off x="0" y="-260968"/>
            <a:ext cx="9144100" cy="6434830"/>
            <a:chOff x="0" y="-260969"/>
            <a:chExt cx="9144100" cy="6434830"/>
          </a:xfrm>
        </p:grpSpPr>
        <p:sp>
          <p:nvSpPr>
            <p:cNvPr id="12" name="Google Shape;12;p2"/>
            <p:cNvSpPr/>
            <p:nvPr/>
          </p:nvSpPr>
          <p:spPr>
            <a:xfrm>
              <a:off x="0" y="0"/>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3" name="Google Shape;13;p2"/>
            <p:cNvSpPr/>
            <p:nvPr/>
          </p:nvSpPr>
          <p:spPr>
            <a:xfrm>
              <a:off x="7459000" y="3458275"/>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14" name="Google Shape;14;p2"/>
            <p:cNvGrpSpPr/>
            <p:nvPr/>
          </p:nvGrpSpPr>
          <p:grpSpPr>
            <a:xfrm>
              <a:off x="715025" y="4448781"/>
              <a:ext cx="457692" cy="146187"/>
              <a:chOff x="715100" y="4416700"/>
              <a:chExt cx="559800" cy="178800"/>
            </a:xfrm>
          </p:grpSpPr>
          <p:sp>
            <p:nvSpPr>
              <p:cNvPr id="15" name="Google Shape;15;p2"/>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6" name="Google Shape;16;p2"/>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7" name="Google Shape;17;p2"/>
            <p:cNvGrpSpPr/>
            <p:nvPr/>
          </p:nvGrpSpPr>
          <p:grpSpPr>
            <a:xfrm>
              <a:off x="8074921" y="461910"/>
              <a:ext cx="707960" cy="146187"/>
              <a:chOff x="7797150" y="445600"/>
              <a:chExt cx="865900" cy="178800"/>
            </a:xfrm>
          </p:grpSpPr>
          <p:sp>
            <p:nvSpPr>
              <p:cNvPr id="18" name="Google Shape;18;p2"/>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 name="Google Shape;19;p2"/>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0" name="Google Shape;20;p2"/>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21" name="Google Shape;21;p2"/>
            <p:cNvGrpSpPr/>
            <p:nvPr/>
          </p:nvGrpSpPr>
          <p:grpSpPr>
            <a:xfrm>
              <a:off x="2661627" y="4121822"/>
              <a:ext cx="2054558" cy="2052038"/>
              <a:chOff x="2661627" y="4121822"/>
              <a:chExt cx="2054558" cy="2052038"/>
            </a:xfrm>
          </p:grpSpPr>
          <p:sp>
            <p:nvSpPr>
              <p:cNvPr id="22" name="Google Shape;22;p2"/>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 name="Google Shape;23;p2"/>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4" name="Google Shape;24;p2"/>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5" name="Google Shape;25;p2"/>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6" name="Google Shape;26;p2"/>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7" name="Google Shape;27;p2"/>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8" name="Google Shape;28;p2"/>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9" name="Google Shape;29;p2"/>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0" name="Google Shape;30;p2"/>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1" name="Google Shape;31;p2"/>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2" name="Google Shape;32;p2"/>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3" name="Google Shape;33;p2"/>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4" name="Google Shape;34;p2"/>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5" name="Google Shape;35;p2"/>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 name="Google Shape;36;p2"/>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7" name="Google Shape;37;p2"/>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38" name="Google Shape;38;p2"/>
            <p:cNvGrpSpPr/>
            <p:nvPr/>
          </p:nvGrpSpPr>
          <p:grpSpPr>
            <a:xfrm>
              <a:off x="5057274" y="-260969"/>
              <a:ext cx="1282527" cy="1043744"/>
              <a:chOff x="5577063" y="-266175"/>
              <a:chExt cx="1527000" cy="1242700"/>
            </a:xfrm>
          </p:grpSpPr>
          <p:sp>
            <p:nvSpPr>
              <p:cNvPr id="39" name="Google Shape;39;p2"/>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 name="Google Shape;40;p2"/>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 name="Google Shape;41;p2"/>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2" name="Google Shape;42;p2"/>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 name="Google Shape;43;p2"/>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 name="Google Shape;44;p2"/>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 name="Google Shape;45;p2"/>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 name="Google Shape;46;p2"/>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2638650930"/>
      </p:ext>
    </p:extLst>
  </p:cSld>
  <p:clrMapOvr>
    <a:masterClrMapping/>
  </p:clrMapOvr>
  <p:transition>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6"/>
        <p:cNvGrpSpPr/>
        <p:nvPr/>
      </p:nvGrpSpPr>
      <p:grpSpPr>
        <a:xfrm>
          <a:off x="0" y="0"/>
          <a:ext cx="0" cy="0"/>
          <a:chOff x="0" y="0"/>
          <a:chExt cx="0" cy="0"/>
        </a:xfrm>
      </p:grpSpPr>
      <p:sp>
        <p:nvSpPr>
          <p:cNvPr id="87" name="Google Shape;8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r>
              <a:rPr lang="en-US"/>
              <a:t>Click to edit Master title style</a:t>
            </a:r>
            <a:endParaRPr/>
          </a:p>
        </p:txBody>
      </p:sp>
      <p:sp>
        <p:nvSpPr>
          <p:cNvPr id="88" name="Google Shape;88;p4"/>
          <p:cNvSpPr txBox="1">
            <a:spLocks noGrp="1"/>
          </p:cNvSpPr>
          <p:nvPr>
            <p:ph type="subTitle" idx="1"/>
          </p:nvPr>
        </p:nvSpPr>
        <p:spPr>
          <a:xfrm>
            <a:off x="720002" y="1099401"/>
            <a:ext cx="7704000" cy="369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9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grpSp>
        <p:nvGrpSpPr>
          <p:cNvPr id="89" name="Google Shape;89;p4"/>
          <p:cNvGrpSpPr/>
          <p:nvPr/>
        </p:nvGrpSpPr>
        <p:grpSpPr>
          <a:xfrm>
            <a:off x="280882" y="461911"/>
            <a:ext cx="8863118" cy="4294790"/>
            <a:chOff x="280882" y="461910"/>
            <a:chExt cx="8863118" cy="4294790"/>
          </a:xfrm>
        </p:grpSpPr>
        <p:sp>
          <p:nvSpPr>
            <p:cNvPr id="90" name="Google Shape;90;p4"/>
            <p:cNvSpPr/>
            <p:nvPr/>
          </p:nvSpPr>
          <p:spPr>
            <a:xfrm>
              <a:off x="8423999" y="4460300"/>
              <a:ext cx="720000" cy="29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91" name="Google Shape;91;p4"/>
            <p:cNvGrpSpPr/>
            <p:nvPr/>
          </p:nvGrpSpPr>
          <p:grpSpPr>
            <a:xfrm>
              <a:off x="280882" y="461910"/>
              <a:ext cx="426986" cy="146100"/>
              <a:chOff x="280882" y="461910"/>
              <a:chExt cx="426986" cy="146100"/>
            </a:xfrm>
          </p:grpSpPr>
          <p:sp>
            <p:nvSpPr>
              <p:cNvPr id="92" name="Google Shape;92;p4"/>
              <p:cNvSpPr/>
              <p:nvPr/>
            </p:nvSpPr>
            <p:spPr>
              <a:xfrm>
                <a:off x="280882"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93" name="Google Shape;93;p4"/>
              <p:cNvSpPr/>
              <p:nvPr/>
            </p:nvSpPr>
            <p:spPr>
              <a:xfrm>
                <a:off x="561768"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3590006136"/>
      </p:ext>
    </p:extLst>
  </p:cSld>
  <p:clrMapOvr>
    <a:masterClrMapping/>
  </p:clrMapOvr>
  <p:transition>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15"/>
        <p:cNvGrpSpPr/>
        <p:nvPr/>
      </p:nvGrpSpPr>
      <p:grpSpPr>
        <a:xfrm>
          <a:off x="0" y="0"/>
          <a:ext cx="0" cy="0"/>
          <a:chOff x="0" y="0"/>
          <a:chExt cx="0" cy="0"/>
        </a:xfrm>
      </p:grpSpPr>
      <p:sp>
        <p:nvSpPr>
          <p:cNvPr id="116" name="Google Shape;116;p7"/>
          <p:cNvSpPr txBox="1">
            <a:spLocks noGrp="1"/>
          </p:cNvSpPr>
          <p:nvPr>
            <p:ph type="title"/>
          </p:nvPr>
        </p:nvSpPr>
        <p:spPr>
          <a:xfrm>
            <a:off x="720000" y="445025"/>
            <a:ext cx="3819300" cy="572700"/>
          </a:xfrm>
          <a:prstGeom prst="rect">
            <a:avLst/>
          </a:prstGeom>
        </p:spPr>
        <p:txBody>
          <a:bodyPr spcFirstLastPara="1" wrap="square" lIns="91425" tIns="91425" rIns="91425" bIns="91425" anchor="t" anchorCtr="0">
            <a:noAutofit/>
          </a:bodyPr>
          <a:lstStyle>
            <a:lvl1pPr lvl="0" algn="l"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r>
              <a:rPr lang="en-US"/>
              <a:t>Click to edit Master title style</a:t>
            </a:r>
            <a:endParaRPr/>
          </a:p>
        </p:txBody>
      </p:sp>
      <p:sp>
        <p:nvSpPr>
          <p:cNvPr id="117" name="Google Shape;117;p7"/>
          <p:cNvSpPr txBox="1">
            <a:spLocks noGrp="1"/>
          </p:cNvSpPr>
          <p:nvPr>
            <p:ph type="body" idx="1"/>
          </p:nvPr>
        </p:nvSpPr>
        <p:spPr>
          <a:xfrm>
            <a:off x="720000" y="2258975"/>
            <a:ext cx="3819300" cy="1108200"/>
          </a:xfrm>
          <a:prstGeom prst="rect">
            <a:avLst/>
          </a:prstGeom>
        </p:spPr>
        <p:txBody>
          <a:bodyPr spcFirstLastPara="1" wrap="square" lIns="91425" tIns="91425" rIns="91425" bIns="91425" anchor="ctr" anchorCtr="0">
            <a:noAutofit/>
          </a:bodyPr>
          <a:lstStyle>
            <a:lvl1pPr marL="457189" lvl="0" indent="-304793" rtl="0">
              <a:lnSpc>
                <a:spcPct val="100000"/>
              </a:lnSpc>
              <a:spcBef>
                <a:spcPts val="0"/>
              </a:spcBef>
              <a:spcAft>
                <a:spcPts val="0"/>
              </a:spcAft>
              <a:buSzPts val="1200"/>
              <a:buFont typeface="Nunito Light"/>
              <a:buChar char="●"/>
              <a:defRPr/>
            </a:lvl1pPr>
            <a:lvl2pPr marL="914378" lvl="1" indent="-304793" rtl="0">
              <a:lnSpc>
                <a:spcPct val="100000"/>
              </a:lnSpc>
              <a:spcBef>
                <a:spcPts val="0"/>
              </a:spcBef>
              <a:spcAft>
                <a:spcPts val="0"/>
              </a:spcAft>
              <a:buSzPts val="1200"/>
              <a:buFont typeface="Nunito Light"/>
              <a:buChar char="○"/>
              <a:defRPr/>
            </a:lvl2pPr>
            <a:lvl3pPr marL="1371566" lvl="2" indent="-304793" rtl="0">
              <a:lnSpc>
                <a:spcPct val="100000"/>
              </a:lnSpc>
              <a:spcBef>
                <a:spcPts val="0"/>
              </a:spcBef>
              <a:spcAft>
                <a:spcPts val="0"/>
              </a:spcAft>
              <a:buSzPts val="1200"/>
              <a:buFont typeface="Nunito Light"/>
              <a:buChar char="■"/>
              <a:defRPr/>
            </a:lvl3pPr>
            <a:lvl4pPr marL="1828754" lvl="3" indent="-304793" rtl="0">
              <a:lnSpc>
                <a:spcPct val="100000"/>
              </a:lnSpc>
              <a:spcBef>
                <a:spcPts val="0"/>
              </a:spcBef>
              <a:spcAft>
                <a:spcPts val="0"/>
              </a:spcAft>
              <a:buSzPts val="1200"/>
              <a:buFont typeface="Nunito Light"/>
              <a:buChar char="●"/>
              <a:defRPr/>
            </a:lvl4pPr>
            <a:lvl5pPr marL="2285943" lvl="4" indent="-304793" rtl="0">
              <a:lnSpc>
                <a:spcPct val="100000"/>
              </a:lnSpc>
              <a:spcBef>
                <a:spcPts val="0"/>
              </a:spcBef>
              <a:spcAft>
                <a:spcPts val="0"/>
              </a:spcAft>
              <a:buSzPts val="1200"/>
              <a:buFont typeface="Nunito Light"/>
              <a:buChar char="○"/>
              <a:defRPr/>
            </a:lvl5pPr>
            <a:lvl6pPr marL="2743132" lvl="5" indent="-304793" rtl="0">
              <a:lnSpc>
                <a:spcPct val="100000"/>
              </a:lnSpc>
              <a:spcBef>
                <a:spcPts val="0"/>
              </a:spcBef>
              <a:spcAft>
                <a:spcPts val="0"/>
              </a:spcAft>
              <a:buSzPts val="1200"/>
              <a:buFont typeface="Nunito Light"/>
              <a:buChar char="■"/>
              <a:defRPr/>
            </a:lvl6pPr>
            <a:lvl7pPr marL="3200320" lvl="6" indent="-304793" rtl="0">
              <a:lnSpc>
                <a:spcPct val="100000"/>
              </a:lnSpc>
              <a:spcBef>
                <a:spcPts val="0"/>
              </a:spcBef>
              <a:spcAft>
                <a:spcPts val="0"/>
              </a:spcAft>
              <a:buSzPts val="1200"/>
              <a:buFont typeface="Nunito Light"/>
              <a:buChar char="●"/>
              <a:defRPr/>
            </a:lvl7pPr>
            <a:lvl8pPr marL="3657509" lvl="7" indent="-304793" rtl="0">
              <a:lnSpc>
                <a:spcPct val="100000"/>
              </a:lnSpc>
              <a:spcBef>
                <a:spcPts val="0"/>
              </a:spcBef>
              <a:spcAft>
                <a:spcPts val="0"/>
              </a:spcAft>
              <a:buSzPts val="1200"/>
              <a:buFont typeface="Nunito Light"/>
              <a:buChar char="○"/>
              <a:defRPr/>
            </a:lvl8pPr>
            <a:lvl9pPr marL="4114697" lvl="8" indent="-304793" rtl="0">
              <a:lnSpc>
                <a:spcPct val="100000"/>
              </a:lnSpc>
              <a:spcBef>
                <a:spcPts val="0"/>
              </a:spcBef>
              <a:spcAft>
                <a:spcPts val="0"/>
              </a:spcAft>
              <a:buSzPts val="1200"/>
              <a:buFont typeface="Nunito Light"/>
              <a:buChar char="■"/>
              <a:defRPr/>
            </a:lvl9pPr>
          </a:lstStyle>
          <a:p>
            <a:pPr lvl="0"/>
            <a:r>
              <a:rPr lang="en-US"/>
              <a:t>Click to edit Master text styles</a:t>
            </a:r>
          </a:p>
        </p:txBody>
      </p:sp>
      <p:sp>
        <p:nvSpPr>
          <p:cNvPr id="118" name="Google Shape;118;p7"/>
          <p:cNvSpPr>
            <a:spLocks noGrp="1"/>
          </p:cNvSpPr>
          <p:nvPr>
            <p:ph type="pic" idx="2"/>
          </p:nvPr>
        </p:nvSpPr>
        <p:spPr>
          <a:xfrm>
            <a:off x="5254624" y="535050"/>
            <a:ext cx="3174300" cy="4073400"/>
          </a:xfrm>
          <a:prstGeom prst="round2DiagRect">
            <a:avLst>
              <a:gd name="adj1" fmla="val 16667"/>
              <a:gd name="adj2" fmla="val 0"/>
            </a:avLst>
          </a:prstGeom>
          <a:noFill/>
          <a:ln>
            <a:noFill/>
          </a:ln>
        </p:spPr>
      </p:sp>
      <p:grpSp>
        <p:nvGrpSpPr>
          <p:cNvPr id="119" name="Google Shape;119;p7"/>
          <p:cNvGrpSpPr/>
          <p:nvPr/>
        </p:nvGrpSpPr>
        <p:grpSpPr>
          <a:xfrm>
            <a:off x="719997" y="4608425"/>
            <a:ext cx="3819304" cy="1685100"/>
            <a:chOff x="719996" y="4608425"/>
            <a:chExt cx="3819304" cy="1685100"/>
          </a:xfrm>
        </p:grpSpPr>
        <p:grpSp>
          <p:nvGrpSpPr>
            <p:cNvPr id="120" name="Google Shape;120;p7"/>
            <p:cNvGrpSpPr/>
            <p:nvPr/>
          </p:nvGrpSpPr>
          <p:grpSpPr>
            <a:xfrm>
              <a:off x="719996" y="4608435"/>
              <a:ext cx="707960" cy="146187"/>
              <a:chOff x="7797150" y="445600"/>
              <a:chExt cx="865900" cy="178800"/>
            </a:xfrm>
          </p:grpSpPr>
          <p:sp>
            <p:nvSpPr>
              <p:cNvPr id="121" name="Google Shape;121;p7"/>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22" name="Google Shape;122;p7"/>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23" name="Google Shape;123;p7"/>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124" name="Google Shape;124;p7"/>
            <p:cNvSpPr/>
            <p:nvPr/>
          </p:nvSpPr>
          <p:spPr>
            <a:xfrm>
              <a:off x="2854200" y="4608425"/>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1354502346"/>
      </p:ext>
    </p:extLst>
  </p:cSld>
  <p:clrMapOvr>
    <a:masterClrMapping/>
  </p:clrMapOvr>
  <p:transition>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rPr lang="en-US"/>
              <a:t>Click to edit Master title style</a:t>
            </a:r>
            <a:endParaRPr/>
          </a:p>
        </p:txBody>
      </p:sp>
      <p:grpSp>
        <p:nvGrpSpPr>
          <p:cNvPr id="127" name="Google Shape;127;p8"/>
          <p:cNvGrpSpPr/>
          <p:nvPr/>
        </p:nvGrpSpPr>
        <p:grpSpPr>
          <a:xfrm>
            <a:off x="0" y="-260968"/>
            <a:ext cx="9144100" cy="6434830"/>
            <a:chOff x="0" y="-260969"/>
            <a:chExt cx="9144100" cy="6434830"/>
          </a:xfrm>
        </p:grpSpPr>
        <p:sp>
          <p:nvSpPr>
            <p:cNvPr id="128" name="Google Shape;128;p8"/>
            <p:cNvSpPr/>
            <p:nvPr/>
          </p:nvSpPr>
          <p:spPr>
            <a:xfrm>
              <a:off x="0" y="0"/>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29" name="Google Shape;129;p8"/>
            <p:cNvSpPr/>
            <p:nvPr/>
          </p:nvSpPr>
          <p:spPr>
            <a:xfrm>
              <a:off x="7459000" y="3458275"/>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130" name="Google Shape;130;p8"/>
            <p:cNvGrpSpPr/>
            <p:nvPr/>
          </p:nvGrpSpPr>
          <p:grpSpPr>
            <a:xfrm>
              <a:off x="715025" y="4448781"/>
              <a:ext cx="457692" cy="146187"/>
              <a:chOff x="715100" y="4416700"/>
              <a:chExt cx="559800" cy="178800"/>
            </a:xfrm>
          </p:grpSpPr>
          <p:sp>
            <p:nvSpPr>
              <p:cNvPr id="131" name="Google Shape;131;p8"/>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32" name="Google Shape;132;p8"/>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33" name="Google Shape;133;p8"/>
            <p:cNvGrpSpPr/>
            <p:nvPr/>
          </p:nvGrpSpPr>
          <p:grpSpPr>
            <a:xfrm>
              <a:off x="8074921" y="461910"/>
              <a:ext cx="707960" cy="146187"/>
              <a:chOff x="7797150" y="445600"/>
              <a:chExt cx="865900" cy="178800"/>
            </a:xfrm>
          </p:grpSpPr>
          <p:sp>
            <p:nvSpPr>
              <p:cNvPr id="134" name="Google Shape;134;p8"/>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35" name="Google Shape;135;p8"/>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36" name="Google Shape;136;p8"/>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37" name="Google Shape;137;p8"/>
            <p:cNvGrpSpPr/>
            <p:nvPr/>
          </p:nvGrpSpPr>
          <p:grpSpPr>
            <a:xfrm>
              <a:off x="2661627" y="4121822"/>
              <a:ext cx="2054558" cy="2052038"/>
              <a:chOff x="2661627" y="4121822"/>
              <a:chExt cx="2054558" cy="2052038"/>
            </a:xfrm>
          </p:grpSpPr>
          <p:sp>
            <p:nvSpPr>
              <p:cNvPr id="138" name="Google Shape;138;p8"/>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39" name="Google Shape;139;p8"/>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0" name="Google Shape;140;p8"/>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1" name="Google Shape;141;p8"/>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2" name="Google Shape;142;p8"/>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3" name="Google Shape;143;p8"/>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4" name="Google Shape;144;p8"/>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5" name="Google Shape;145;p8"/>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6" name="Google Shape;146;p8"/>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7" name="Google Shape;147;p8"/>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8" name="Google Shape;148;p8"/>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49" name="Google Shape;149;p8"/>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0" name="Google Shape;150;p8"/>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1" name="Google Shape;151;p8"/>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2" name="Google Shape;152;p8"/>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3" name="Google Shape;153;p8"/>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54" name="Google Shape;154;p8"/>
            <p:cNvGrpSpPr/>
            <p:nvPr/>
          </p:nvGrpSpPr>
          <p:grpSpPr>
            <a:xfrm>
              <a:off x="5057274" y="-260969"/>
              <a:ext cx="1282527" cy="1043744"/>
              <a:chOff x="5577063" y="-266175"/>
              <a:chExt cx="1527000" cy="1242700"/>
            </a:xfrm>
          </p:grpSpPr>
          <p:sp>
            <p:nvSpPr>
              <p:cNvPr id="155" name="Google Shape;155;p8"/>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6" name="Google Shape;156;p8"/>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7" name="Google Shape;157;p8"/>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8" name="Google Shape;158;p8"/>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59" name="Google Shape;159;p8"/>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60" name="Google Shape;160;p8"/>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61" name="Google Shape;161;p8"/>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62" name="Google Shape;162;p8"/>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1184760475"/>
      </p:ext>
    </p:extLst>
  </p:cSld>
  <p:clrMapOvr>
    <a:masterClrMapping/>
  </p:clrMapOvr>
  <p:transition>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63"/>
        <p:cNvGrpSpPr/>
        <p:nvPr/>
      </p:nvGrpSpPr>
      <p:grpSpPr>
        <a:xfrm>
          <a:off x="0" y="0"/>
          <a:ext cx="0" cy="0"/>
          <a:chOff x="0" y="0"/>
          <a:chExt cx="0" cy="0"/>
        </a:xfrm>
      </p:grpSpPr>
      <p:sp>
        <p:nvSpPr>
          <p:cNvPr id="164" name="Google Shape;164;p9"/>
          <p:cNvSpPr txBox="1">
            <a:spLocks noGrp="1"/>
          </p:cNvSpPr>
          <p:nvPr>
            <p:ph type="title"/>
          </p:nvPr>
        </p:nvSpPr>
        <p:spPr>
          <a:xfrm>
            <a:off x="2241425" y="160630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65" name="Google Shape;165;p9"/>
          <p:cNvSpPr txBox="1">
            <a:spLocks noGrp="1"/>
          </p:cNvSpPr>
          <p:nvPr>
            <p:ph type="subTitle" idx="1"/>
          </p:nvPr>
        </p:nvSpPr>
        <p:spPr>
          <a:xfrm>
            <a:off x="2241475" y="2481800"/>
            <a:ext cx="4661100" cy="105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grpSp>
        <p:nvGrpSpPr>
          <p:cNvPr id="166" name="Google Shape;166;p9"/>
          <p:cNvGrpSpPr/>
          <p:nvPr/>
        </p:nvGrpSpPr>
        <p:grpSpPr>
          <a:xfrm>
            <a:off x="0" y="-773544"/>
            <a:ext cx="9144100" cy="5921180"/>
            <a:chOff x="0" y="-773544"/>
            <a:chExt cx="9144100" cy="5921180"/>
          </a:xfrm>
        </p:grpSpPr>
        <p:sp>
          <p:nvSpPr>
            <p:cNvPr id="167" name="Google Shape;167;p9"/>
            <p:cNvSpPr/>
            <p:nvPr/>
          </p:nvSpPr>
          <p:spPr>
            <a:xfrm>
              <a:off x="0" y="4612725"/>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68" name="Google Shape;168;p9"/>
            <p:cNvSpPr/>
            <p:nvPr/>
          </p:nvSpPr>
          <p:spPr>
            <a:xfrm>
              <a:off x="7459000" y="0"/>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169" name="Google Shape;169;p9"/>
            <p:cNvGrpSpPr/>
            <p:nvPr/>
          </p:nvGrpSpPr>
          <p:grpSpPr>
            <a:xfrm>
              <a:off x="4343154" y="461906"/>
              <a:ext cx="457692" cy="146187"/>
              <a:chOff x="715100" y="4416700"/>
              <a:chExt cx="559800" cy="178800"/>
            </a:xfrm>
          </p:grpSpPr>
          <p:sp>
            <p:nvSpPr>
              <p:cNvPr id="170" name="Google Shape;170;p9"/>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71" name="Google Shape;171;p9"/>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72" name="Google Shape;172;p9"/>
            <p:cNvGrpSpPr/>
            <p:nvPr/>
          </p:nvGrpSpPr>
          <p:grpSpPr>
            <a:xfrm>
              <a:off x="4218020" y="4535410"/>
              <a:ext cx="707960" cy="146187"/>
              <a:chOff x="7797150" y="445600"/>
              <a:chExt cx="865900" cy="178800"/>
            </a:xfrm>
          </p:grpSpPr>
          <p:sp>
            <p:nvSpPr>
              <p:cNvPr id="173" name="Google Shape;173;p9"/>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74" name="Google Shape;174;p9"/>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75" name="Google Shape;175;p9"/>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76" name="Google Shape;176;p9"/>
            <p:cNvGrpSpPr/>
            <p:nvPr/>
          </p:nvGrpSpPr>
          <p:grpSpPr>
            <a:xfrm rot="10800000" flipH="1">
              <a:off x="529227" y="-773544"/>
              <a:ext cx="2054558" cy="2052038"/>
              <a:chOff x="2661627" y="4121822"/>
              <a:chExt cx="2054558" cy="2052038"/>
            </a:xfrm>
          </p:grpSpPr>
          <p:sp>
            <p:nvSpPr>
              <p:cNvPr id="177" name="Google Shape;177;p9"/>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78" name="Google Shape;178;p9"/>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79" name="Google Shape;179;p9"/>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0" name="Google Shape;180;p9"/>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1" name="Google Shape;181;p9"/>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2" name="Google Shape;182;p9"/>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3" name="Google Shape;183;p9"/>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4" name="Google Shape;184;p9"/>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5" name="Google Shape;185;p9"/>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6" name="Google Shape;186;p9"/>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7" name="Google Shape;187;p9"/>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8" name="Google Shape;188;p9"/>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89" name="Google Shape;189;p9"/>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0" name="Google Shape;190;p9"/>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1" name="Google Shape;191;p9"/>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2" name="Google Shape;192;p9"/>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193" name="Google Shape;193;p9"/>
            <p:cNvGrpSpPr/>
            <p:nvPr/>
          </p:nvGrpSpPr>
          <p:grpSpPr>
            <a:xfrm rot="10800000" flipH="1">
              <a:off x="7571874" y="4103892"/>
              <a:ext cx="1282527" cy="1043744"/>
              <a:chOff x="5577063" y="-266175"/>
              <a:chExt cx="1527000" cy="1242700"/>
            </a:xfrm>
          </p:grpSpPr>
          <p:sp>
            <p:nvSpPr>
              <p:cNvPr id="194" name="Google Shape;194;p9"/>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5" name="Google Shape;195;p9"/>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6" name="Google Shape;196;p9"/>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7" name="Google Shape;197;p9"/>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8" name="Google Shape;198;p9"/>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199" name="Google Shape;199;p9"/>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00" name="Google Shape;200;p9"/>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01" name="Google Shape;201;p9"/>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913105283"/>
      </p:ext>
    </p:extLst>
  </p:cSld>
  <p:clrMapOvr>
    <a:masterClrMapping/>
  </p:clrMapOvr>
  <p:transition>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02"/>
        <p:cNvGrpSpPr/>
        <p:nvPr/>
      </p:nvGrpSpPr>
      <p:grpSpPr>
        <a:xfrm>
          <a:off x="0" y="0"/>
          <a:ext cx="0" cy="0"/>
          <a:chOff x="0" y="0"/>
          <a:chExt cx="0" cy="0"/>
        </a:xfrm>
      </p:grpSpPr>
      <p:sp>
        <p:nvSpPr>
          <p:cNvPr id="203" name="Google Shape;203;p10"/>
          <p:cNvSpPr txBox="1">
            <a:spLocks noGrp="1"/>
          </p:cNvSpPr>
          <p:nvPr>
            <p:ph type="title"/>
          </p:nvPr>
        </p:nvSpPr>
        <p:spPr>
          <a:xfrm>
            <a:off x="1779300" y="4038275"/>
            <a:ext cx="5585400" cy="4257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rPr lang="en-US"/>
              <a:t>Click to edit Master title style</a:t>
            </a:r>
            <a:endParaRPr/>
          </a:p>
        </p:txBody>
      </p:sp>
    </p:spTree>
    <p:extLst>
      <p:ext uri="{BB962C8B-B14F-4D97-AF65-F5344CB8AC3E}">
        <p14:creationId xmlns:p14="http://schemas.microsoft.com/office/powerpoint/2010/main" val="1485726527"/>
      </p:ext>
    </p:extLst>
  </p:cSld>
  <p:clrMapOvr>
    <a:masterClrMapping/>
  </p:clrMapOvr>
  <p:transition>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04"/>
        <p:cNvGrpSpPr/>
        <p:nvPr/>
      </p:nvGrpSpPr>
      <p:grpSpPr>
        <a:xfrm>
          <a:off x="0" y="0"/>
          <a:ext cx="0" cy="0"/>
          <a:chOff x="0" y="0"/>
          <a:chExt cx="0" cy="0"/>
        </a:xfrm>
      </p:grpSpPr>
      <p:sp>
        <p:nvSpPr>
          <p:cNvPr id="205" name="Google Shape;205;p11"/>
          <p:cNvSpPr txBox="1">
            <a:spLocks noGrp="1"/>
          </p:cNvSpPr>
          <p:nvPr>
            <p:ph type="title" hasCustomPrompt="1"/>
          </p:nvPr>
        </p:nvSpPr>
        <p:spPr>
          <a:xfrm>
            <a:off x="1284000" y="1840205"/>
            <a:ext cx="6576000" cy="1108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06" name="Google Shape;206;p11"/>
          <p:cNvSpPr txBox="1">
            <a:spLocks noGrp="1"/>
          </p:cNvSpPr>
          <p:nvPr>
            <p:ph type="subTitle" idx="1"/>
          </p:nvPr>
        </p:nvSpPr>
        <p:spPr>
          <a:xfrm>
            <a:off x="1284000" y="2872195"/>
            <a:ext cx="6576000" cy="4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r>
              <a:rPr lang="en-US"/>
              <a:t>Click to edit Master subtitle style</a:t>
            </a:r>
            <a:endParaRPr/>
          </a:p>
        </p:txBody>
      </p:sp>
      <p:grpSp>
        <p:nvGrpSpPr>
          <p:cNvPr id="207" name="Google Shape;207;p11"/>
          <p:cNvGrpSpPr/>
          <p:nvPr/>
        </p:nvGrpSpPr>
        <p:grpSpPr>
          <a:xfrm>
            <a:off x="0" y="-773544"/>
            <a:ext cx="9144100" cy="5921180"/>
            <a:chOff x="0" y="-773544"/>
            <a:chExt cx="9144100" cy="5921180"/>
          </a:xfrm>
        </p:grpSpPr>
        <p:sp>
          <p:nvSpPr>
            <p:cNvPr id="208" name="Google Shape;208;p11"/>
            <p:cNvSpPr/>
            <p:nvPr/>
          </p:nvSpPr>
          <p:spPr>
            <a:xfrm flipH="1">
              <a:off x="7886200" y="4612725"/>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09" name="Google Shape;209;p11"/>
            <p:cNvSpPr/>
            <p:nvPr/>
          </p:nvSpPr>
          <p:spPr>
            <a:xfrm flipH="1">
              <a:off x="0" y="0"/>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210" name="Google Shape;210;p11"/>
            <p:cNvGrpSpPr/>
            <p:nvPr/>
          </p:nvGrpSpPr>
          <p:grpSpPr>
            <a:xfrm flipH="1">
              <a:off x="4343254" y="4535406"/>
              <a:ext cx="457692" cy="146187"/>
              <a:chOff x="715100" y="4416700"/>
              <a:chExt cx="559800" cy="178800"/>
            </a:xfrm>
          </p:grpSpPr>
          <p:sp>
            <p:nvSpPr>
              <p:cNvPr id="211" name="Google Shape;211;p11"/>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12" name="Google Shape;212;p11"/>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213" name="Google Shape;213;p11"/>
            <p:cNvGrpSpPr/>
            <p:nvPr/>
          </p:nvGrpSpPr>
          <p:grpSpPr>
            <a:xfrm flipH="1">
              <a:off x="4218120" y="535010"/>
              <a:ext cx="707960" cy="146187"/>
              <a:chOff x="7797150" y="445600"/>
              <a:chExt cx="865900" cy="178800"/>
            </a:xfrm>
          </p:grpSpPr>
          <p:sp>
            <p:nvSpPr>
              <p:cNvPr id="214" name="Google Shape;214;p11"/>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15" name="Google Shape;215;p11"/>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16" name="Google Shape;216;p11"/>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217" name="Google Shape;217;p11"/>
            <p:cNvGrpSpPr/>
            <p:nvPr/>
          </p:nvGrpSpPr>
          <p:grpSpPr>
            <a:xfrm rot="10800000">
              <a:off x="6865115" y="-773544"/>
              <a:ext cx="2054558" cy="2052038"/>
              <a:chOff x="2661627" y="4121822"/>
              <a:chExt cx="2054558" cy="2052038"/>
            </a:xfrm>
          </p:grpSpPr>
          <p:sp>
            <p:nvSpPr>
              <p:cNvPr id="218" name="Google Shape;218;p11"/>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19" name="Google Shape;219;p11"/>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0" name="Google Shape;220;p11"/>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1" name="Google Shape;221;p11"/>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2" name="Google Shape;222;p11"/>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3" name="Google Shape;223;p11"/>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4" name="Google Shape;224;p11"/>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5" name="Google Shape;225;p11"/>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6" name="Google Shape;226;p11"/>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7" name="Google Shape;227;p11"/>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8" name="Google Shape;228;p11"/>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29" name="Google Shape;229;p11"/>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0" name="Google Shape;230;p11"/>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1" name="Google Shape;231;p11"/>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2" name="Google Shape;232;p11"/>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3" name="Google Shape;233;p11"/>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234" name="Google Shape;234;p11"/>
            <p:cNvGrpSpPr/>
            <p:nvPr/>
          </p:nvGrpSpPr>
          <p:grpSpPr>
            <a:xfrm rot="10800000">
              <a:off x="518299" y="4103892"/>
              <a:ext cx="1282527" cy="1043744"/>
              <a:chOff x="5577063" y="-266175"/>
              <a:chExt cx="1527000" cy="1242700"/>
            </a:xfrm>
          </p:grpSpPr>
          <p:sp>
            <p:nvSpPr>
              <p:cNvPr id="235" name="Google Shape;235;p11"/>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6" name="Google Shape;236;p11"/>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7" name="Google Shape;237;p11"/>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8" name="Google Shape;238;p11"/>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39" name="Google Shape;239;p11"/>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40" name="Google Shape;240;p11"/>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41" name="Google Shape;241;p11"/>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42" name="Google Shape;242;p11"/>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1145714623"/>
      </p:ext>
    </p:extLst>
  </p:cSld>
  <p:clrMapOvr>
    <a:masterClrMapping/>
  </p:clrMapOvr>
  <p:transition>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43"/>
        <p:cNvGrpSpPr/>
        <p:nvPr/>
      </p:nvGrpSpPr>
      <p:grpSpPr>
        <a:xfrm>
          <a:off x="0" y="0"/>
          <a:ext cx="0" cy="0"/>
          <a:chOff x="0" y="0"/>
          <a:chExt cx="0" cy="0"/>
        </a:xfrm>
      </p:grpSpPr>
    </p:spTree>
    <p:extLst>
      <p:ext uri="{BB962C8B-B14F-4D97-AF65-F5344CB8AC3E}">
        <p14:creationId xmlns:p14="http://schemas.microsoft.com/office/powerpoint/2010/main" val="1084069573"/>
      </p:ext>
    </p:extLst>
  </p:cSld>
  <p:clrMapOvr>
    <a:masterClrMapping/>
  </p:clrMapOvr>
  <p:transition>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44"/>
        <p:cNvGrpSpPr/>
        <p:nvPr/>
      </p:nvGrpSpPr>
      <p:grpSpPr>
        <a:xfrm>
          <a:off x="0" y="0"/>
          <a:ext cx="0" cy="0"/>
          <a:chOff x="0" y="0"/>
          <a:chExt cx="0" cy="0"/>
        </a:xfrm>
      </p:grpSpPr>
      <p:sp>
        <p:nvSpPr>
          <p:cNvPr id="245" name="Google Shape;24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46" name="Google Shape;246;p13"/>
          <p:cNvSpPr txBox="1">
            <a:spLocks noGrp="1"/>
          </p:cNvSpPr>
          <p:nvPr>
            <p:ph type="title" idx="2" hasCustomPrompt="1"/>
          </p:nvPr>
        </p:nvSpPr>
        <p:spPr>
          <a:xfrm>
            <a:off x="1584389" y="1536713"/>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7" name="Google Shape;247;p13"/>
          <p:cNvSpPr txBox="1">
            <a:spLocks noGrp="1"/>
          </p:cNvSpPr>
          <p:nvPr>
            <p:ph type="title" idx="3" hasCustomPrompt="1"/>
          </p:nvPr>
        </p:nvSpPr>
        <p:spPr>
          <a:xfrm>
            <a:off x="1584389" y="3057427"/>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title" idx="4" hasCustomPrompt="1"/>
          </p:nvPr>
        </p:nvSpPr>
        <p:spPr>
          <a:xfrm>
            <a:off x="4167887" y="1536713"/>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9" name="Google Shape;249;p13"/>
          <p:cNvSpPr txBox="1">
            <a:spLocks noGrp="1"/>
          </p:cNvSpPr>
          <p:nvPr>
            <p:ph type="title" idx="5" hasCustomPrompt="1"/>
          </p:nvPr>
        </p:nvSpPr>
        <p:spPr>
          <a:xfrm>
            <a:off x="4167887" y="3057427"/>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0" name="Google Shape;250;p13"/>
          <p:cNvSpPr txBox="1">
            <a:spLocks noGrp="1"/>
          </p:cNvSpPr>
          <p:nvPr>
            <p:ph type="title" idx="6" hasCustomPrompt="1"/>
          </p:nvPr>
        </p:nvSpPr>
        <p:spPr>
          <a:xfrm>
            <a:off x="6751411" y="1536713"/>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1" name="Google Shape;251;p13"/>
          <p:cNvSpPr txBox="1">
            <a:spLocks noGrp="1"/>
          </p:cNvSpPr>
          <p:nvPr>
            <p:ph type="title" idx="7" hasCustomPrompt="1"/>
          </p:nvPr>
        </p:nvSpPr>
        <p:spPr>
          <a:xfrm>
            <a:off x="6751411" y="3057427"/>
            <a:ext cx="808200" cy="6465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2" name="Google Shape;252;p13"/>
          <p:cNvSpPr txBox="1">
            <a:spLocks noGrp="1"/>
          </p:cNvSpPr>
          <p:nvPr>
            <p:ph type="subTitle" idx="1"/>
          </p:nvPr>
        </p:nvSpPr>
        <p:spPr>
          <a:xfrm>
            <a:off x="719939" y="2107006"/>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sp>
        <p:nvSpPr>
          <p:cNvPr id="253" name="Google Shape;253;p13"/>
          <p:cNvSpPr txBox="1">
            <a:spLocks noGrp="1"/>
          </p:cNvSpPr>
          <p:nvPr>
            <p:ph type="subTitle" idx="8"/>
          </p:nvPr>
        </p:nvSpPr>
        <p:spPr>
          <a:xfrm>
            <a:off x="3303437" y="2107006"/>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sp>
        <p:nvSpPr>
          <p:cNvPr id="254" name="Google Shape;254;p13"/>
          <p:cNvSpPr txBox="1">
            <a:spLocks noGrp="1"/>
          </p:cNvSpPr>
          <p:nvPr>
            <p:ph type="subTitle" idx="9"/>
          </p:nvPr>
        </p:nvSpPr>
        <p:spPr>
          <a:xfrm>
            <a:off x="5886961" y="2107006"/>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sp>
        <p:nvSpPr>
          <p:cNvPr id="255" name="Google Shape;255;p13"/>
          <p:cNvSpPr txBox="1">
            <a:spLocks noGrp="1"/>
          </p:cNvSpPr>
          <p:nvPr>
            <p:ph type="subTitle" idx="13"/>
          </p:nvPr>
        </p:nvSpPr>
        <p:spPr>
          <a:xfrm>
            <a:off x="719939" y="3627737"/>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sp>
        <p:nvSpPr>
          <p:cNvPr id="256" name="Google Shape;256;p13"/>
          <p:cNvSpPr txBox="1">
            <a:spLocks noGrp="1"/>
          </p:cNvSpPr>
          <p:nvPr>
            <p:ph type="subTitle" idx="14"/>
          </p:nvPr>
        </p:nvSpPr>
        <p:spPr>
          <a:xfrm>
            <a:off x="3303437" y="3627737"/>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sp>
        <p:nvSpPr>
          <p:cNvPr id="257" name="Google Shape;257;p13"/>
          <p:cNvSpPr txBox="1">
            <a:spLocks noGrp="1"/>
          </p:cNvSpPr>
          <p:nvPr>
            <p:ph type="subTitle" idx="15"/>
          </p:nvPr>
        </p:nvSpPr>
        <p:spPr>
          <a:xfrm>
            <a:off x="5886961" y="3627737"/>
            <a:ext cx="2537100" cy="461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000"/>
              <a:buFont typeface="Sora"/>
              <a:buNone/>
              <a:defRPr sz="2000" b="1">
                <a:latin typeface="Sora"/>
                <a:ea typeface="Sora"/>
                <a:cs typeface="Sora"/>
                <a:sym typeface="Sora"/>
              </a:defRPr>
            </a:lvl2pPr>
            <a:lvl3pPr lvl="2" rtl="0">
              <a:lnSpc>
                <a:spcPct val="100000"/>
              </a:lnSpc>
              <a:spcBef>
                <a:spcPts val="0"/>
              </a:spcBef>
              <a:spcAft>
                <a:spcPts val="0"/>
              </a:spcAft>
              <a:buSzPts val="2000"/>
              <a:buFont typeface="Sora"/>
              <a:buNone/>
              <a:defRPr sz="2000" b="1">
                <a:latin typeface="Sora"/>
                <a:ea typeface="Sora"/>
                <a:cs typeface="Sora"/>
                <a:sym typeface="Sora"/>
              </a:defRPr>
            </a:lvl3pPr>
            <a:lvl4pPr lvl="3" rtl="0">
              <a:lnSpc>
                <a:spcPct val="100000"/>
              </a:lnSpc>
              <a:spcBef>
                <a:spcPts val="0"/>
              </a:spcBef>
              <a:spcAft>
                <a:spcPts val="0"/>
              </a:spcAft>
              <a:buSzPts val="2000"/>
              <a:buFont typeface="Sora"/>
              <a:buNone/>
              <a:defRPr sz="2000" b="1">
                <a:latin typeface="Sora"/>
                <a:ea typeface="Sora"/>
                <a:cs typeface="Sora"/>
                <a:sym typeface="Sora"/>
              </a:defRPr>
            </a:lvl4pPr>
            <a:lvl5pPr lvl="4" rtl="0">
              <a:lnSpc>
                <a:spcPct val="100000"/>
              </a:lnSpc>
              <a:spcBef>
                <a:spcPts val="0"/>
              </a:spcBef>
              <a:spcAft>
                <a:spcPts val="0"/>
              </a:spcAft>
              <a:buSzPts val="2000"/>
              <a:buFont typeface="Sora"/>
              <a:buNone/>
              <a:defRPr sz="2000" b="1">
                <a:latin typeface="Sora"/>
                <a:ea typeface="Sora"/>
                <a:cs typeface="Sora"/>
                <a:sym typeface="Sora"/>
              </a:defRPr>
            </a:lvl5pPr>
            <a:lvl6pPr lvl="5" rtl="0">
              <a:lnSpc>
                <a:spcPct val="100000"/>
              </a:lnSpc>
              <a:spcBef>
                <a:spcPts val="0"/>
              </a:spcBef>
              <a:spcAft>
                <a:spcPts val="0"/>
              </a:spcAft>
              <a:buSzPts val="2000"/>
              <a:buFont typeface="Sora"/>
              <a:buNone/>
              <a:defRPr sz="2000" b="1">
                <a:latin typeface="Sora"/>
                <a:ea typeface="Sora"/>
                <a:cs typeface="Sora"/>
                <a:sym typeface="Sora"/>
              </a:defRPr>
            </a:lvl6pPr>
            <a:lvl7pPr lvl="6" rtl="0">
              <a:lnSpc>
                <a:spcPct val="100000"/>
              </a:lnSpc>
              <a:spcBef>
                <a:spcPts val="0"/>
              </a:spcBef>
              <a:spcAft>
                <a:spcPts val="0"/>
              </a:spcAft>
              <a:buSzPts val="2000"/>
              <a:buFont typeface="Sora"/>
              <a:buNone/>
              <a:defRPr sz="2000" b="1">
                <a:latin typeface="Sora"/>
                <a:ea typeface="Sora"/>
                <a:cs typeface="Sora"/>
                <a:sym typeface="Sora"/>
              </a:defRPr>
            </a:lvl7pPr>
            <a:lvl8pPr lvl="7" rtl="0">
              <a:lnSpc>
                <a:spcPct val="100000"/>
              </a:lnSpc>
              <a:spcBef>
                <a:spcPts val="0"/>
              </a:spcBef>
              <a:spcAft>
                <a:spcPts val="0"/>
              </a:spcAft>
              <a:buSzPts val="2000"/>
              <a:buFont typeface="Sora"/>
              <a:buNone/>
              <a:defRPr sz="2000" b="1">
                <a:latin typeface="Sora"/>
                <a:ea typeface="Sora"/>
                <a:cs typeface="Sora"/>
                <a:sym typeface="Sora"/>
              </a:defRPr>
            </a:lvl8pPr>
            <a:lvl9pPr lvl="8" rtl="0">
              <a:lnSpc>
                <a:spcPct val="100000"/>
              </a:lnSpc>
              <a:spcBef>
                <a:spcPts val="0"/>
              </a:spcBef>
              <a:spcAft>
                <a:spcPts val="0"/>
              </a:spcAft>
              <a:buSzPts val="2000"/>
              <a:buFont typeface="Sora"/>
              <a:buNone/>
              <a:defRPr sz="2000" b="1">
                <a:latin typeface="Sora"/>
                <a:ea typeface="Sora"/>
                <a:cs typeface="Sora"/>
                <a:sym typeface="Sora"/>
              </a:defRPr>
            </a:lvl9pPr>
          </a:lstStyle>
          <a:p>
            <a:r>
              <a:rPr lang="en-US"/>
              <a:t>Click to edit Master subtitle style</a:t>
            </a:r>
            <a:endParaRPr/>
          </a:p>
        </p:txBody>
      </p:sp>
      <p:grpSp>
        <p:nvGrpSpPr>
          <p:cNvPr id="258" name="Google Shape;258;p13"/>
          <p:cNvGrpSpPr/>
          <p:nvPr/>
        </p:nvGrpSpPr>
        <p:grpSpPr>
          <a:xfrm>
            <a:off x="1" y="461907"/>
            <a:ext cx="8886592" cy="4508834"/>
            <a:chOff x="1" y="461906"/>
            <a:chExt cx="8886592" cy="4508834"/>
          </a:xfrm>
        </p:grpSpPr>
        <p:sp>
          <p:nvSpPr>
            <p:cNvPr id="259" name="Google Shape;259;p13"/>
            <p:cNvSpPr/>
            <p:nvPr/>
          </p:nvSpPr>
          <p:spPr>
            <a:xfrm>
              <a:off x="1" y="4246240"/>
              <a:ext cx="715200" cy="724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260" name="Google Shape;260;p13"/>
            <p:cNvGrpSpPr/>
            <p:nvPr/>
          </p:nvGrpSpPr>
          <p:grpSpPr>
            <a:xfrm>
              <a:off x="8074920" y="4608510"/>
              <a:ext cx="707960" cy="146187"/>
              <a:chOff x="7797150" y="445600"/>
              <a:chExt cx="865900" cy="178800"/>
            </a:xfrm>
          </p:grpSpPr>
          <p:sp>
            <p:nvSpPr>
              <p:cNvPr id="261" name="Google Shape;261;p13"/>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62" name="Google Shape;262;p13"/>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63" name="Google Shape;263;p13"/>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264" name="Google Shape;264;p13"/>
            <p:cNvGrpSpPr/>
            <p:nvPr/>
          </p:nvGrpSpPr>
          <p:grpSpPr>
            <a:xfrm>
              <a:off x="8428900" y="461906"/>
              <a:ext cx="457692" cy="146187"/>
              <a:chOff x="715100" y="4416700"/>
              <a:chExt cx="559800" cy="178800"/>
            </a:xfrm>
          </p:grpSpPr>
          <p:sp>
            <p:nvSpPr>
              <p:cNvPr id="265" name="Google Shape;265;p13"/>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66" name="Google Shape;266;p13"/>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2542715313"/>
      </p:ext>
    </p:extLst>
  </p:cSld>
  <p:clrMapOvr>
    <a:masterClrMapping/>
  </p:clrMapOvr>
  <p:transition>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67"/>
        <p:cNvGrpSpPr/>
        <p:nvPr/>
      </p:nvGrpSpPr>
      <p:grpSpPr>
        <a:xfrm>
          <a:off x="0" y="0"/>
          <a:ext cx="0" cy="0"/>
          <a:chOff x="0" y="0"/>
          <a:chExt cx="0" cy="0"/>
        </a:xfrm>
      </p:grpSpPr>
      <p:sp>
        <p:nvSpPr>
          <p:cNvPr id="268" name="Google Shape;268;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69" name="Google Shape;269;p14"/>
          <p:cNvGrpSpPr/>
          <p:nvPr/>
        </p:nvGrpSpPr>
        <p:grpSpPr>
          <a:xfrm>
            <a:off x="262276" y="461907"/>
            <a:ext cx="8886625" cy="4681594"/>
            <a:chOff x="262275" y="461906"/>
            <a:chExt cx="8886625" cy="4681594"/>
          </a:xfrm>
        </p:grpSpPr>
        <p:grpSp>
          <p:nvGrpSpPr>
            <p:cNvPr id="270" name="Google Shape;270;p14"/>
            <p:cNvGrpSpPr/>
            <p:nvPr/>
          </p:nvGrpSpPr>
          <p:grpSpPr>
            <a:xfrm>
              <a:off x="262275" y="461906"/>
              <a:ext cx="457692" cy="146187"/>
              <a:chOff x="715100" y="4416700"/>
              <a:chExt cx="559800" cy="178800"/>
            </a:xfrm>
          </p:grpSpPr>
          <p:sp>
            <p:nvSpPr>
              <p:cNvPr id="271" name="Google Shape;271;p14"/>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72" name="Google Shape;272;p14"/>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273" name="Google Shape;273;p14"/>
            <p:cNvSpPr/>
            <p:nvPr/>
          </p:nvSpPr>
          <p:spPr>
            <a:xfrm>
              <a:off x="8428899" y="4847100"/>
              <a:ext cx="720000" cy="29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739806681"/>
      </p:ext>
    </p:extLst>
  </p:cSld>
  <p:clrMapOvr>
    <a:masterClrMapping/>
  </p:clrMapOvr>
  <p:transition>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74"/>
        <p:cNvGrpSpPr/>
        <p:nvPr/>
      </p:nvGrpSpPr>
      <p:grpSpPr>
        <a:xfrm>
          <a:off x="0" y="0"/>
          <a:ext cx="0" cy="0"/>
          <a:chOff x="0" y="0"/>
          <a:chExt cx="0" cy="0"/>
        </a:xfrm>
      </p:grpSpPr>
      <p:sp>
        <p:nvSpPr>
          <p:cNvPr id="275" name="Google Shape;275;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76" name="Google Shape;276;p15"/>
          <p:cNvGrpSpPr/>
          <p:nvPr/>
        </p:nvGrpSpPr>
        <p:grpSpPr>
          <a:xfrm>
            <a:off x="280882" y="388910"/>
            <a:ext cx="8868018" cy="4515990"/>
            <a:chOff x="280882" y="388910"/>
            <a:chExt cx="8868018" cy="4515990"/>
          </a:xfrm>
        </p:grpSpPr>
        <p:grpSp>
          <p:nvGrpSpPr>
            <p:cNvPr id="277" name="Google Shape;277;p15"/>
            <p:cNvGrpSpPr/>
            <p:nvPr/>
          </p:nvGrpSpPr>
          <p:grpSpPr>
            <a:xfrm>
              <a:off x="280882" y="388910"/>
              <a:ext cx="426986" cy="146100"/>
              <a:chOff x="280882" y="461910"/>
              <a:chExt cx="426986" cy="146100"/>
            </a:xfrm>
          </p:grpSpPr>
          <p:sp>
            <p:nvSpPr>
              <p:cNvPr id="278" name="Google Shape;278;p15"/>
              <p:cNvSpPr/>
              <p:nvPr/>
            </p:nvSpPr>
            <p:spPr>
              <a:xfrm>
                <a:off x="280882"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79" name="Google Shape;279;p15"/>
              <p:cNvSpPr/>
              <p:nvPr/>
            </p:nvSpPr>
            <p:spPr>
              <a:xfrm>
                <a:off x="561768"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280" name="Google Shape;280;p15"/>
            <p:cNvSpPr/>
            <p:nvPr/>
          </p:nvSpPr>
          <p:spPr>
            <a:xfrm>
              <a:off x="8428899" y="4608500"/>
              <a:ext cx="720000" cy="29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1632377393"/>
      </p:ext>
    </p:extLst>
  </p:cSld>
  <p:clrMapOvr>
    <a:masterClrMapping/>
  </p:clrMapOvr>
  <p:transition>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81"/>
        <p:cNvGrpSpPr/>
        <p:nvPr/>
      </p:nvGrpSpPr>
      <p:grpSpPr>
        <a:xfrm>
          <a:off x="0" y="0"/>
          <a:ext cx="0" cy="0"/>
          <a:chOff x="0" y="0"/>
          <a:chExt cx="0" cy="0"/>
        </a:xfrm>
      </p:grpSpPr>
      <p:sp>
        <p:nvSpPr>
          <p:cNvPr id="282" name="Google Shape;282;p16"/>
          <p:cNvSpPr txBox="1">
            <a:spLocks noGrp="1"/>
          </p:cNvSpPr>
          <p:nvPr>
            <p:ph type="subTitle" idx="1"/>
          </p:nvPr>
        </p:nvSpPr>
        <p:spPr>
          <a:xfrm>
            <a:off x="715100" y="2158950"/>
            <a:ext cx="3808800" cy="184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a:r>
              <a:rPr lang="en-US"/>
              <a:t>Click to edit Master subtitle style</a:t>
            </a:r>
            <a:endParaRPr/>
          </a:p>
        </p:txBody>
      </p:sp>
      <p:sp>
        <p:nvSpPr>
          <p:cNvPr id="283" name="Google Shape;283;p16"/>
          <p:cNvSpPr txBox="1">
            <a:spLocks noGrp="1"/>
          </p:cNvSpPr>
          <p:nvPr>
            <p:ph type="title"/>
          </p:nvPr>
        </p:nvSpPr>
        <p:spPr>
          <a:xfrm>
            <a:off x="715100" y="448050"/>
            <a:ext cx="3808800" cy="1108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284" name="Google Shape;284;p16"/>
          <p:cNvGrpSpPr/>
          <p:nvPr/>
        </p:nvGrpSpPr>
        <p:grpSpPr>
          <a:xfrm>
            <a:off x="1044988" y="4608425"/>
            <a:ext cx="3149030" cy="1685100"/>
            <a:chOff x="1044988" y="4608425"/>
            <a:chExt cx="3149030" cy="1685100"/>
          </a:xfrm>
        </p:grpSpPr>
        <p:grpSp>
          <p:nvGrpSpPr>
            <p:cNvPr id="285" name="Google Shape;285;p16"/>
            <p:cNvGrpSpPr/>
            <p:nvPr/>
          </p:nvGrpSpPr>
          <p:grpSpPr>
            <a:xfrm>
              <a:off x="3486058" y="4608435"/>
              <a:ext cx="707960" cy="146187"/>
              <a:chOff x="7797150" y="445600"/>
              <a:chExt cx="865900" cy="178800"/>
            </a:xfrm>
          </p:grpSpPr>
          <p:sp>
            <p:nvSpPr>
              <p:cNvPr id="286" name="Google Shape;286;p16"/>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87" name="Google Shape;287;p16"/>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288" name="Google Shape;288;p16"/>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289" name="Google Shape;289;p16"/>
            <p:cNvSpPr/>
            <p:nvPr/>
          </p:nvSpPr>
          <p:spPr>
            <a:xfrm>
              <a:off x="1044988" y="4608425"/>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3748883270"/>
      </p:ext>
    </p:extLst>
  </p:cSld>
  <p:clrMapOvr>
    <a:masterClrMapping/>
  </p:clrMapOvr>
  <p:transition>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90"/>
        <p:cNvGrpSpPr/>
        <p:nvPr/>
      </p:nvGrpSpPr>
      <p:grpSpPr>
        <a:xfrm>
          <a:off x="0" y="0"/>
          <a:ext cx="0" cy="0"/>
          <a:chOff x="0" y="0"/>
          <a:chExt cx="0" cy="0"/>
        </a:xfrm>
      </p:grpSpPr>
      <p:sp>
        <p:nvSpPr>
          <p:cNvPr id="291" name="Google Shape;291;p17"/>
          <p:cNvSpPr txBox="1">
            <a:spLocks noGrp="1"/>
          </p:cNvSpPr>
          <p:nvPr>
            <p:ph type="title"/>
          </p:nvPr>
        </p:nvSpPr>
        <p:spPr>
          <a:xfrm>
            <a:off x="721389" y="448056"/>
            <a:ext cx="77085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92" name="Google Shape;292;p17"/>
          <p:cNvSpPr txBox="1">
            <a:spLocks noGrp="1"/>
          </p:cNvSpPr>
          <p:nvPr>
            <p:ph type="body" idx="1"/>
          </p:nvPr>
        </p:nvSpPr>
        <p:spPr>
          <a:xfrm>
            <a:off x="714113" y="1248250"/>
            <a:ext cx="7708800" cy="995400"/>
          </a:xfrm>
          <a:prstGeom prst="rect">
            <a:avLst/>
          </a:prstGeom>
        </p:spPr>
        <p:txBody>
          <a:bodyPr spcFirstLastPara="1" wrap="square" lIns="91425" tIns="91425" rIns="91425" bIns="91425" anchor="t" anchorCtr="0">
            <a:noAutofit/>
          </a:bodyPr>
          <a:lstStyle>
            <a:lvl1pPr marL="457189" lvl="0" indent="-304793" rtl="0">
              <a:spcBef>
                <a:spcPts val="0"/>
              </a:spcBef>
              <a:spcAft>
                <a:spcPts val="0"/>
              </a:spcAft>
              <a:buClr>
                <a:srgbClr val="152933"/>
              </a:buClr>
              <a:buSzPts val="1200"/>
              <a:buFont typeface="Nunito"/>
              <a:buChar char="●"/>
              <a:defRPr/>
            </a:lvl1pPr>
            <a:lvl2pPr marL="914378" lvl="1" indent="-304793" rtl="0">
              <a:spcBef>
                <a:spcPts val="0"/>
              </a:spcBef>
              <a:spcAft>
                <a:spcPts val="0"/>
              </a:spcAft>
              <a:buClr>
                <a:srgbClr val="152933"/>
              </a:buClr>
              <a:buSzPts val="1200"/>
              <a:buFont typeface="Nunito"/>
              <a:buChar char="○"/>
              <a:defRPr/>
            </a:lvl2pPr>
            <a:lvl3pPr marL="1371566" lvl="2" indent="-304793" rtl="0">
              <a:spcBef>
                <a:spcPts val="0"/>
              </a:spcBef>
              <a:spcAft>
                <a:spcPts val="0"/>
              </a:spcAft>
              <a:buClr>
                <a:srgbClr val="152933"/>
              </a:buClr>
              <a:buSzPts val="1200"/>
              <a:buFont typeface="Nunito"/>
              <a:buChar char="■"/>
              <a:defRPr/>
            </a:lvl3pPr>
            <a:lvl4pPr marL="1828754" lvl="3" indent="-304793" rtl="0">
              <a:spcBef>
                <a:spcPts val="0"/>
              </a:spcBef>
              <a:spcAft>
                <a:spcPts val="0"/>
              </a:spcAft>
              <a:buClr>
                <a:srgbClr val="152933"/>
              </a:buClr>
              <a:buSzPts val="1200"/>
              <a:buFont typeface="Nunito"/>
              <a:buChar char="●"/>
              <a:defRPr/>
            </a:lvl4pPr>
            <a:lvl5pPr marL="2285943" lvl="4" indent="-304793" rtl="0">
              <a:spcBef>
                <a:spcPts val="0"/>
              </a:spcBef>
              <a:spcAft>
                <a:spcPts val="0"/>
              </a:spcAft>
              <a:buClr>
                <a:srgbClr val="152933"/>
              </a:buClr>
              <a:buSzPts val="1200"/>
              <a:buFont typeface="Nunito"/>
              <a:buChar char="○"/>
              <a:defRPr/>
            </a:lvl5pPr>
            <a:lvl6pPr marL="2743132" lvl="5" indent="-304793" rtl="0">
              <a:spcBef>
                <a:spcPts val="0"/>
              </a:spcBef>
              <a:spcAft>
                <a:spcPts val="0"/>
              </a:spcAft>
              <a:buClr>
                <a:srgbClr val="152933"/>
              </a:buClr>
              <a:buSzPts val="1200"/>
              <a:buFont typeface="Nunito"/>
              <a:buChar char="■"/>
              <a:defRPr/>
            </a:lvl6pPr>
            <a:lvl7pPr marL="3200320" lvl="6" indent="-304793" rtl="0">
              <a:spcBef>
                <a:spcPts val="0"/>
              </a:spcBef>
              <a:spcAft>
                <a:spcPts val="0"/>
              </a:spcAft>
              <a:buClr>
                <a:srgbClr val="152933"/>
              </a:buClr>
              <a:buSzPts val="1200"/>
              <a:buFont typeface="Nunito"/>
              <a:buChar char="●"/>
              <a:defRPr/>
            </a:lvl7pPr>
            <a:lvl8pPr marL="3657509" lvl="7" indent="-304793" rtl="0">
              <a:spcBef>
                <a:spcPts val="0"/>
              </a:spcBef>
              <a:spcAft>
                <a:spcPts val="0"/>
              </a:spcAft>
              <a:buClr>
                <a:srgbClr val="152933"/>
              </a:buClr>
              <a:buSzPts val="1200"/>
              <a:buFont typeface="Nunito"/>
              <a:buChar char="○"/>
              <a:defRPr/>
            </a:lvl8pPr>
            <a:lvl9pPr marL="4114697" lvl="8" indent="-304793" rtl="0">
              <a:spcBef>
                <a:spcPts val="0"/>
              </a:spcBef>
              <a:spcAft>
                <a:spcPts val="0"/>
              </a:spcAft>
              <a:buClr>
                <a:srgbClr val="152933"/>
              </a:buClr>
              <a:buSzPts val="1200"/>
              <a:buFont typeface="Nunito"/>
              <a:buChar char="■"/>
              <a:defRPr/>
            </a:lvl9pPr>
          </a:lstStyle>
          <a:p>
            <a:pPr lvl="0"/>
            <a:r>
              <a:rPr lang="en-US"/>
              <a:t>Click to edit Master text styles</a:t>
            </a:r>
          </a:p>
        </p:txBody>
      </p:sp>
    </p:spTree>
    <p:extLst>
      <p:ext uri="{BB962C8B-B14F-4D97-AF65-F5344CB8AC3E}">
        <p14:creationId xmlns:p14="http://schemas.microsoft.com/office/powerpoint/2010/main" val="153033132"/>
      </p:ext>
    </p:extLst>
  </p:cSld>
  <p:clrMapOvr>
    <a:masterClrMapping/>
  </p:clrMapOvr>
  <p:transition>
    <p:push di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93"/>
        <p:cNvGrpSpPr/>
        <p:nvPr/>
      </p:nvGrpSpPr>
      <p:grpSpPr>
        <a:xfrm>
          <a:off x="0" y="0"/>
          <a:ext cx="0" cy="0"/>
          <a:chOff x="0" y="0"/>
          <a:chExt cx="0" cy="0"/>
        </a:xfrm>
      </p:grpSpPr>
      <p:sp>
        <p:nvSpPr>
          <p:cNvPr id="294" name="Google Shape;29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95" name="Google Shape;295;p18"/>
          <p:cNvSpPr txBox="1">
            <a:spLocks noGrp="1"/>
          </p:cNvSpPr>
          <p:nvPr>
            <p:ph type="body" idx="1"/>
          </p:nvPr>
        </p:nvSpPr>
        <p:spPr>
          <a:xfrm>
            <a:off x="715100" y="1558275"/>
            <a:ext cx="3558900" cy="1421100"/>
          </a:xfrm>
          <a:prstGeom prst="rect">
            <a:avLst/>
          </a:prstGeom>
        </p:spPr>
        <p:txBody>
          <a:bodyPr spcFirstLastPara="1" wrap="square" lIns="91425" tIns="91425" rIns="91425" bIns="91425" anchor="t" anchorCtr="0">
            <a:noAutofit/>
          </a:bodyPr>
          <a:lstStyle>
            <a:lvl1pPr marL="457189" lvl="0" indent="-304793" rtl="0">
              <a:spcBef>
                <a:spcPts val="0"/>
              </a:spcBef>
              <a:spcAft>
                <a:spcPts val="0"/>
              </a:spcAft>
              <a:buClr>
                <a:srgbClr val="152933"/>
              </a:buClr>
              <a:buSzPts val="1200"/>
              <a:buFont typeface="Nunito"/>
              <a:buChar char="●"/>
              <a:defRPr/>
            </a:lvl1pPr>
            <a:lvl2pPr marL="914378" lvl="1" indent="-304793" rtl="0">
              <a:spcBef>
                <a:spcPts val="0"/>
              </a:spcBef>
              <a:spcAft>
                <a:spcPts val="0"/>
              </a:spcAft>
              <a:buClr>
                <a:srgbClr val="152933"/>
              </a:buClr>
              <a:buSzPts val="1200"/>
              <a:buFont typeface="Nunito"/>
              <a:buChar char="○"/>
              <a:defRPr/>
            </a:lvl2pPr>
            <a:lvl3pPr marL="1371566" lvl="2" indent="-304793" rtl="0">
              <a:spcBef>
                <a:spcPts val="0"/>
              </a:spcBef>
              <a:spcAft>
                <a:spcPts val="0"/>
              </a:spcAft>
              <a:buClr>
                <a:srgbClr val="152933"/>
              </a:buClr>
              <a:buSzPts val="1200"/>
              <a:buFont typeface="Nunito"/>
              <a:buChar char="■"/>
              <a:defRPr/>
            </a:lvl3pPr>
            <a:lvl4pPr marL="1828754" lvl="3" indent="-304793" rtl="0">
              <a:spcBef>
                <a:spcPts val="0"/>
              </a:spcBef>
              <a:spcAft>
                <a:spcPts val="0"/>
              </a:spcAft>
              <a:buClr>
                <a:srgbClr val="152933"/>
              </a:buClr>
              <a:buSzPts val="1200"/>
              <a:buFont typeface="Nunito"/>
              <a:buChar char="●"/>
              <a:defRPr/>
            </a:lvl4pPr>
            <a:lvl5pPr marL="2285943" lvl="4" indent="-304793" rtl="0">
              <a:spcBef>
                <a:spcPts val="0"/>
              </a:spcBef>
              <a:spcAft>
                <a:spcPts val="0"/>
              </a:spcAft>
              <a:buClr>
                <a:srgbClr val="152933"/>
              </a:buClr>
              <a:buSzPts val="1200"/>
              <a:buFont typeface="Nunito"/>
              <a:buChar char="○"/>
              <a:defRPr/>
            </a:lvl5pPr>
            <a:lvl6pPr marL="2743132" lvl="5" indent="-304793" rtl="0">
              <a:spcBef>
                <a:spcPts val="0"/>
              </a:spcBef>
              <a:spcAft>
                <a:spcPts val="0"/>
              </a:spcAft>
              <a:buClr>
                <a:srgbClr val="152933"/>
              </a:buClr>
              <a:buSzPts val="1200"/>
              <a:buFont typeface="Nunito"/>
              <a:buChar char="■"/>
              <a:defRPr/>
            </a:lvl6pPr>
            <a:lvl7pPr marL="3200320" lvl="6" indent="-304793" rtl="0">
              <a:spcBef>
                <a:spcPts val="0"/>
              </a:spcBef>
              <a:spcAft>
                <a:spcPts val="0"/>
              </a:spcAft>
              <a:buClr>
                <a:srgbClr val="152933"/>
              </a:buClr>
              <a:buSzPts val="1200"/>
              <a:buFont typeface="Nunito"/>
              <a:buChar char="●"/>
              <a:defRPr/>
            </a:lvl7pPr>
            <a:lvl8pPr marL="3657509" lvl="7" indent="-304793" rtl="0">
              <a:spcBef>
                <a:spcPts val="0"/>
              </a:spcBef>
              <a:spcAft>
                <a:spcPts val="0"/>
              </a:spcAft>
              <a:buClr>
                <a:srgbClr val="152933"/>
              </a:buClr>
              <a:buSzPts val="1200"/>
              <a:buFont typeface="Nunito"/>
              <a:buChar char="○"/>
              <a:defRPr/>
            </a:lvl8pPr>
            <a:lvl9pPr marL="4114697" lvl="8" indent="-304793" rtl="0">
              <a:spcBef>
                <a:spcPts val="0"/>
              </a:spcBef>
              <a:spcAft>
                <a:spcPts val="0"/>
              </a:spcAft>
              <a:buClr>
                <a:srgbClr val="152933"/>
              </a:buClr>
              <a:buSzPts val="1200"/>
              <a:buFont typeface="Nunito"/>
              <a:buChar char="■"/>
              <a:defRPr/>
            </a:lvl9pPr>
          </a:lstStyle>
          <a:p>
            <a:pPr lvl="0"/>
            <a:r>
              <a:rPr lang="en-US"/>
              <a:t>Click to edit Master text styles</a:t>
            </a:r>
          </a:p>
        </p:txBody>
      </p:sp>
      <p:sp>
        <p:nvSpPr>
          <p:cNvPr id="296" name="Google Shape;296;p18"/>
          <p:cNvSpPr txBox="1">
            <a:spLocks noGrp="1"/>
          </p:cNvSpPr>
          <p:nvPr>
            <p:ph type="body" idx="2"/>
          </p:nvPr>
        </p:nvSpPr>
        <p:spPr>
          <a:xfrm>
            <a:off x="4871800" y="1554471"/>
            <a:ext cx="3557100" cy="1421100"/>
          </a:xfrm>
          <a:prstGeom prst="rect">
            <a:avLst/>
          </a:prstGeom>
        </p:spPr>
        <p:txBody>
          <a:bodyPr spcFirstLastPara="1" wrap="square" lIns="91425" tIns="91425" rIns="91425" bIns="91425" anchor="t" anchorCtr="0">
            <a:noAutofit/>
          </a:bodyPr>
          <a:lstStyle>
            <a:lvl1pPr marL="457189" lvl="0" indent="-304793" rtl="0">
              <a:spcBef>
                <a:spcPts val="0"/>
              </a:spcBef>
              <a:spcAft>
                <a:spcPts val="0"/>
              </a:spcAft>
              <a:buClr>
                <a:srgbClr val="152933"/>
              </a:buClr>
              <a:buSzPts val="1200"/>
              <a:buFont typeface="Nunito"/>
              <a:buChar char="●"/>
              <a:defRPr/>
            </a:lvl1pPr>
            <a:lvl2pPr marL="914378" lvl="1" indent="-304793" rtl="0">
              <a:spcBef>
                <a:spcPts val="0"/>
              </a:spcBef>
              <a:spcAft>
                <a:spcPts val="0"/>
              </a:spcAft>
              <a:buClr>
                <a:srgbClr val="152933"/>
              </a:buClr>
              <a:buSzPts val="1200"/>
              <a:buFont typeface="Nunito"/>
              <a:buChar char="○"/>
              <a:defRPr/>
            </a:lvl2pPr>
            <a:lvl3pPr marL="1371566" lvl="2" indent="-304793" rtl="0">
              <a:spcBef>
                <a:spcPts val="0"/>
              </a:spcBef>
              <a:spcAft>
                <a:spcPts val="0"/>
              </a:spcAft>
              <a:buClr>
                <a:srgbClr val="152933"/>
              </a:buClr>
              <a:buSzPts val="1200"/>
              <a:buFont typeface="Nunito"/>
              <a:buChar char="■"/>
              <a:defRPr/>
            </a:lvl3pPr>
            <a:lvl4pPr marL="1828754" lvl="3" indent="-304793" rtl="0">
              <a:spcBef>
                <a:spcPts val="0"/>
              </a:spcBef>
              <a:spcAft>
                <a:spcPts val="0"/>
              </a:spcAft>
              <a:buClr>
                <a:srgbClr val="152933"/>
              </a:buClr>
              <a:buSzPts val="1200"/>
              <a:buFont typeface="Nunito"/>
              <a:buChar char="●"/>
              <a:defRPr/>
            </a:lvl4pPr>
            <a:lvl5pPr marL="2285943" lvl="4" indent="-304793" rtl="0">
              <a:spcBef>
                <a:spcPts val="0"/>
              </a:spcBef>
              <a:spcAft>
                <a:spcPts val="0"/>
              </a:spcAft>
              <a:buClr>
                <a:srgbClr val="152933"/>
              </a:buClr>
              <a:buSzPts val="1200"/>
              <a:buFont typeface="Nunito"/>
              <a:buChar char="○"/>
              <a:defRPr/>
            </a:lvl5pPr>
            <a:lvl6pPr marL="2743132" lvl="5" indent="-304793" rtl="0">
              <a:spcBef>
                <a:spcPts val="0"/>
              </a:spcBef>
              <a:spcAft>
                <a:spcPts val="0"/>
              </a:spcAft>
              <a:buClr>
                <a:srgbClr val="152933"/>
              </a:buClr>
              <a:buSzPts val="1200"/>
              <a:buFont typeface="Nunito"/>
              <a:buChar char="■"/>
              <a:defRPr/>
            </a:lvl6pPr>
            <a:lvl7pPr marL="3200320" lvl="6" indent="-304793" rtl="0">
              <a:spcBef>
                <a:spcPts val="0"/>
              </a:spcBef>
              <a:spcAft>
                <a:spcPts val="0"/>
              </a:spcAft>
              <a:buClr>
                <a:srgbClr val="152933"/>
              </a:buClr>
              <a:buSzPts val="1200"/>
              <a:buFont typeface="Nunito"/>
              <a:buChar char="●"/>
              <a:defRPr/>
            </a:lvl7pPr>
            <a:lvl8pPr marL="3657509" lvl="7" indent="-304793" rtl="0">
              <a:spcBef>
                <a:spcPts val="0"/>
              </a:spcBef>
              <a:spcAft>
                <a:spcPts val="0"/>
              </a:spcAft>
              <a:buClr>
                <a:srgbClr val="152933"/>
              </a:buClr>
              <a:buSzPts val="1200"/>
              <a:buFont typeface="Nunito"/>
              <a:buChar char="○"/>
              <a:defRPr/>
            </a:lvl8pPr>
            <a:lvl9pPr marL="4114697" lvl="8" indent="-304793" rtl="0">
              <a:spcBef>
                <a:spcPts val="0"/>
              </a:spcBef>
              <a:spcAft>
                <a:spcPts val="0"/>
              </a:spcAft>
              <a:buClr>
                <a:srgbClr val="152933"/>
              </a:buClr>
              <a:buSzPts val="1200"/>
              <a:buFont typeface="Nunito"/>
              <a:buChar char="■"/>
              <a:defRPr/>
            </a:lvl9pPr>
          </a:lstStyle>
          <a:p>
            <a:pPr lvl="0"/>
            <a:r>
              <a:rPr lang="en-US"/>
              <a:t>Click to edit Master text styles</a:t>
            </a:r>
          </a:p>
        </p:txBody>
      </p:sp>
      <p:grpSp>
        <p:nvGrpSpPr>
          <p:cNvPr id="297" name="Google Shape;297;p18"/>
          <p:cNvGrpSpPr/>
          <p:nvPr/>
        </p:nvGrpSpPr>
        <p:grpSpPr>
          <a:xfrm>
            <a:off x="1" y="535007"/>
            <a:ext cx="8886592" cy="4219691"/>
            <a:chOff x="1" y="535006"/>
            <a:chExt cx="8886592" cy="4219691"/>
          </a:xfrm>
        </p:grpSpPr>
        <p:sp>
          <p:nvSpPr>
            <p:cNvPr id="298" name="Google Shape;298;p18"/>
            <p:cNvSpPr/>
            <p:nvPr/>
          </p:nvSpPr>
          <p:spPr>
            <a:xfrm>
              <a:off x="1" y="3883990"/>
              <a:ext cx="715200" cy="724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299" name="Google Shape;299;p18"/>
            <p:cNvGrpSpPr/>
            <p:nvPr/>
          </p:nvGrpSpPr>
          <p:grpSpPr>
            <a:xfrm>
              <a:off x="7720945" y="4608510"/>
              <a:ext cx="707960" cy="146187"/>
              <a:chOff x="7797150" y="445600"/>
              <a:chExt cx="865900" cy="178800"/>
            </a:xfrm>
          </p:grpSpPr>
          <p:sp>
            <p:nvSpPr>
              <p:cNvPr id="300" name="Google Shape;300;p18"/>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01" name="Google Shape;301;p18"/>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02" name="Google Shape;302;p18"/>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303" name="Google Shape;303;p18"/>
            <p:cNvGrpSpPr/>
            <p:nvPr/>
          </p:nvGrpSpPr>
          <p:grpSpPr>
            <a:xfrm>
              <a:off x="8428900" y="535006"/>
              <a:ext cx="457692" cy="146187"/>
              <a:chOff x="715100" y="4416700"/>
              <a:chExt cx="559800" cy="178800"/>
            </a:xfrm>
          </p:grpSpPr>
          <p:sp>
            <p:nvSpPr>
              <p:cNvPr id="304" name="Google Shape;304;p18"/>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05" name="Google Shape;305;p18"/>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2104848751"/>
      </p:ext>
    </p:extLst>
  </p:cSld>
  <p:clrMapOvr>
    <a:masterClrMapping/>
  </p:clrMapOvr>
  <p:transition>
    <p:push di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306"/>
        <p:cNvGrpSpPr/>
        <p:nvPr/>
      </p:nvGrpSpPr>
      <p:grpSpPr>
        <a:xfrm>
          <a:off x="0" y="0"/>
          <a:ext cx="0" cy="0"/>
          <a:chOff x="0" y="0"/>
          <a:chExt cx="0" cy="0"/>
        </a:xfrm>
      </p:grpSpPr>
      <p:sp>
        <p:nvSpPr>
          <p:cNvPr id="307" name="Google Shape;30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08" name="Google Shape;308;p19"/>
          <p:cNvSpPr txBox="1">
            <a:spLocks noGrp="1"/>
          </p:cNvSpPr>
          <p:nvPr>
            <p:ph type="subTitle" idx="1"/>
          </p:nvPr>
        </p:nvSpPr>
        <p:spPr>
          <a:xfrm>
            <a:off x="714967" y="2320013"/>
            <a:ext cx="25038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09" name="Google Shape;309;p19"/>
          <p:cNvSpPr txBox="1">
            <a:spLocks noGrp="1"/>
          </p:cNvSpPr>
          <p:nvPr>
            <p:ph type="subTitle" idx="2"/>
          </p:nvPr>
        </p:nvSpPr>
        <p:spPr>
          <a:xfrm>
            <a:off x="714967" y="2982713"/>
            <a:ext cx="25038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0" name="Google Shape;310;p19"/>
          <p:cNvSpPr txBox="1">
            <a:spLocks noGrp="1"/>
          </p:cNvSpPr>
          <p:nvPr>
            <p:ph type="subTitle" idx="3"/>
          </p:nvPr>
        </p:nvSpPr>
        <p:spPr>
          <a:xfrm>
            <a:off x="3320097" y="2982713"/>
            <a:ext cx="25038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1" name="Google Shape;311;p19"/>
          <p:cNvSpPr txBox="1">
            <a:spLocks noGrp="1"/>
          </p:cNvSpPr>
          <p:nvPr>
            <p:ph type="subTitle" idx="4"/>
          </p:nvPr>
        </p:nvSpPr>
        <p:spPr>
          <a:xfrm>
            <a:off x="5925233" y="2982713"/>
            <a:ext cx="2503800" cy="73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2" name="Google Shape;312;p19"/>
          <p:cNvSpPr txBox="1">
            <a:spLocks noGrp="1"/>
          </p:cNvSpPr>
          <p:nvPr>
            <p:ph type="subTitle" idx="5"/>
          </p:nvPr>
        </p:nvSpPr>
        <p:spPr>
          <a:xfrm>
            <a:off x="3320097" y="2320013"/>
            <a:ext cx="25038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13" name="Google Shape;313;p19"/>
          <p:cNvSpPr txBox="1">
            <a:spLocks noGrp="1"/>
          </p:cNvSpPr>
          <p:nvPr>
            <p:ph type="subTitle" idx="6"/>
          </p:nvPr>
        </p:nvSpPr>
        <p:spPr>
          <a:xfrm>
            <a:off x="5925233" y="2320013"/>
            <a:ext cx="25038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grpSp>
        <p:nvGrpSpPr>
          <p:cNvPr id="314" name="Google Shape;314;p19"/>
          <p:cNvGrpSpPr/>
          <p:nvPr/>
        </p:nvGrpSpPr>
        <p:grpSpPr>
          <a:xfrm>
            <a:off x="2" y="-10"/>
            <a:ext cx="8782879" cy="4754706"/>
            <a:chOff x="1" y="-10"/>
            <a:chExt cx="8782879" cy="4754706"/>
          </a:xfrm>
        </p:grpSpPr>
        <p:sp>
          <p:nvSpPr>
            <p:cNvPr id="315" name="Google Shape;315;p19"/>
            <p:cNvSpPr/>
            <p:nvPr/>
          </p:nvSpPr>
          <p:spPr>
            <a:xfrm>
              <a:off x="1" y="-10"/>
              <a:ext cx="715200" cy="724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316" name="Google Shape;316;p19"/>
            <p:cNvGrpSpPr/>
            <p:nvPr/>
          </p:nvGrpSpPr>
          <p:grpSpPr>
            <a:xfrm>
              <a:off x="8074920" y="4608510"/>
              <a:ext cx="707960" cy="146187"/>
              <a:chOff x="7797150" y="445600"/>
              <a:chExt cx="865900" cy="178800"/>
            </a:xfrm>
          </p:grpSpPr>
          <p:sp>
            <p:nvSpPr>
              <p:cNvPr id="317" name="Google Shape;317;p19"/>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18" name="Google Shape;318;p19"/>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19" name="Google Shape;319;p19"/>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2612602625"/>
      </p:ext>
    </p:extLst>
  </p:cSld>
  <p:clrMapOvr>
    <a:masterClrMapping/>
  </p:clrMapOvr>
  <p:transition>
    <p:push di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20"/>
        <p:cNvGrpSpPr/>
        <p:nvPr/>
      </p:nvGrpSpPr>
      <p:grpSpPr>
        <a:xfrm>
          <a:off x="0" y="0"/>
          <a:ext cx="0" cy="0"/>
          <a:chOff x="0" y="0"/>
          <a:chExt cx="0" cy="0"/>
        </a:xfrm>
      </p:grpSpPr>
      <p:sp>
        <p:nvSpPr>
          <p:cNvPr id="321" name="Google Shape;321;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22" name="Google Shape;322;p20"/>
          <p:cNvSpPr txBox="1">
            <a:spLocks noGrp="1"/>
          </p:cNvSpPr>
          <p:nvPr>
            <p:ph type="subTitle" idx="1"/>
          </p:nvPr>
        </p:nvSpPr>
        <p:spPr>
          <a:xfrm>
            <a:off x="1056298" y="1419063"/>
            <a:ext cx="3402900" cy="461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23" name="Google Shape;323;p20"/>
          <p:cNvSpPr txBox="1">
            <a:spLocks noGrp="1"/>
          </p:cNvSpPr>
          <p:nvPr>
            <p:ph type="subTitle" idx="2"/>
          </p:nvPr>
        </p:nvSpPr>
        <p:spPr>
          <a:xfrm>
            <a:off x="1056299" y="1804563"/>
            <a:ext cx="3402900" cy="923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4" name="Google Shape;324;p20"/>
          <p:cNvSpPr txBox="1">
            <a:spLocks noGrp="1"/>
          </p:cNvSpPr>
          <p:nvPr>
            <p:ph type="subTitle" idx="3"/>
          </p:nvPr>
        </p:nvSpPr>
        <p:spPr>
          <a:xfrm>
            <a:off x="4684802" y="1804563"/>
            <a:ext cx="3402900" cy="923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5" name="Google Shape;325;p20"/>
          <p:cNvSpPr txBox="1">
            <a:spLocks noGrp="1"/>
          </p:cNvSpPr>
          <p:nvPr>
            <p:ph type="subTitle" idx="4"/>
          </p:nvPr>
        </p:nvSpPr>
        <p:spPr>
          <a:xfrm>
            <a:off x="1056299" y="3283988"/>
            <a:ext cx="3402900" cy="923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6" name="Google Shape;326;p20"/>
          <p:cNvSpPr txBox="1">
            <a:spLocks noGrp="1"/>
          </p:cNvSpPr>
          <p:nvPr>
            <p:ph type="subTitle" idx="5"/>
          </p:nvPr>
        </p:nvSpPr>
        <p:spPr>
          <a:xfrm>
            <a:off x="4684802" y="3283988"/>
            <a:ext cx="3402900" cy="923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7" name="Google Shape;327;p20"/>
          <p:cNvSpPr txBox="1">
            <a:spLocks noGrp="1"/>
          </p:cNvSpPr>
          <p:nvPr>
            <p:ph type="subTitle" idx="6"/>
          </p:nvPr>
        </p:nvSpPr>
        <p:spPr>
          <a:xfrm>
            <a:off x="1056298" y="2898488"/>
            <a:ext cx="3402900" cy="461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28" name="Google Shape;328;p20"/>
          <p:cNvSpPr txBox="1">
            <a:spLocks noGrp="1"/>
          </p:cNvSpPr>
          <p:nvPr>
            <p:ph type="subTitle" idx="7"/>
          </p:nvPr>
        </p:nvSpPr>
        <p:spPr>
          <a:xfrm>
            <a:off x="4684800" y="1419063"/>
            <a:ext cx="3402900" cy="461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29" name="Google Shape;329;p20"/>
          <p:cNvSpPr txBox="1">
            <a:spLocks noGrp="1"/>
          </p:cNvSpPr>
          <p:nvPr>
            <p:ph type="subTitle" idx="8"/>
          </p:nvPr>
        </p:nvSpPr>
        <p:spPr>
          <a:xfrm>
            <a:off x="4684800" y="2898488"/>
            <a:ext cx="3402900" cy="461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grpSp>
        <p:nvGrpSpPr>
          <p:cNvPr id="330" name="Google Shape;330;p20"/>
          <p:cNvGrpSpPr/>
          <p:nvPr/>
        </p:nvGrpSpPr>
        <p:grpSpPr>
          <a:xfrm>
            <a:off x="8" y="461906"/>
            <a:ext cx="8886586" cy="4442994"/>
            <a:chOff x="7" y="461906"/>
            <a:chExt cx="8886586" cy="4442994"/>
          </a:xfrm>
        </p:grpSpPr>
        <p:grpSp>
          <p:nvGrpSpPr>
            <p:cNvPr id="331" name="Google Shape;331;p20"/>
            <p:cNvGrpSpPr/>
            <p:nvPr/>
          </p:nvGrpSpPr>
          <p:grpSpPr>
            <a:xfrm>
              <a:off x="8428900" y="461906"/>
              <a:ext cx="457692" cy="146187"/>
              <a:chOff x="715100" y="4416700"/>
              <a:chExt cx="559800" cy="178800"/>
            </a:xfrm>
          </p:grpSpPr>
          <p:sp>
            <p:nvSpPr>
              <p:cNvPr id="332" name="Google Shape;332;p20"/>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33" name="Google Shape;333;p20"/>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334" name="Google Shape;334;p20"/>
            <p:cNvSpPr/>
            <p:nvPr/>
          </p:nvSpPr>
          <p:spPr>
            <a:xfrm flipH="1">
              <a:off x="7" y="4608500"/>
              <a:ext cx="720000" cy="29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4246006648"/>
      </p:ext>
    </p:extLst>
  </p:cSld>
  <p:clrMapOvr>
    <a:masterClrMapping/>
  </p:clrMapOvr>
  <p:transition>
    <p:push di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35"/>
        <p:cNvGrpSpPr/>
        <p:nvPr/>
      </p:nvGrpSpPr>
      <p:grpSpPr>
        <a:xfrm>
          <a:off x="0" y="0"/>
          <a:ext cx="0" cy="0"/>
          <a:chOff x="0" y="0"/>
          <a:chExt cx="0" cy="0"/>
        </a:xfrm>
      </p:grpSpPr>
      <p:sp>
        <p:nvSpPr>
          <p:cNvPr id="336" name="Google Shape;33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37" name="Google Shape;337;p21"/>
          <p:cNvSpPr txBox="1">
            <a:spLocks noGrp="1"/>
          </p:cNvSpPr>
          <p:nvPr>
            <p:ph type="subTitle" idx="1"/>
          </p:nvPr>
        </p:nvSpPr>
        <p:spPr>
          <a:xfrm>
            <a:off x="720039" y="2166249"/>
            <a:ext cx="25269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38" name="Google Shape;338;p21"/>
          <p:cNvSpPr txBox="1">
            <a:spLocks noGrp="1"/>
          </p:cNvSpPr>
          <p:nvPr>
            <p:ph type="subTitle" idx="2"/>
          </p:nvPr>
        </p:nvSpPr>
        <p:spPr>
          <a:xfrm>
            <a:off x="3306752" y="2166249"/>
            <a:ext cx="25269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39" name="Google Shape;339;p21"/>
          <p:cNvSpPr txBox="1">
            <a:spLocks noGrp="1"/>
          </p:cNvSpPr>
          <p:nvPr>
            <p:ph type="subTitle" idx="3"/>
          </p:nvPr>
        </p:nvSpPr>
        <p:spPr>
          <a:xfrm>
            <a:off x="5899682" y="2166249"/>
            <a:ext cx="25215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40" name="Google Shape;340;p21"/>
          <p:cNvSpPr txBox="1">
            <a:spLocks noGrp="1"/>
          </p:cNvSpPr>
          <p:nvPr>
            <p:ph type="subTitle" idx="4"/>
          </p:nvPr>
        </p:nvSpPr>
        <p:spPr>
          <a:xfrm>
            <a:off x="720039" y="3568813"/>
            <a:ext cx="25269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41" name="Google Shape;341;p21"/>
          <p:cNvSpPr txBox="1">
            <a:spLocks noGrp="1"/>
          </p:cNvSpPr>
          <p:nvPr>
            <p:ph type="subTitle" idx="5"/>
          </p:nvPr>
        </p:nvSpPr>
        <p:spPr>
          <a:xfrm>
            <a:off x="3306752" y="3568813"/>
            <a:ext cx="25269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42" name="Google Shape;342;p21"/>
          <p:cNvSpPr txBox="1">
            <a:spLocks noGrp="1"/>
          </p:cNvSpPr>
          <p:nvPr>
            <p:ph type="subTitle" idx="6"/>
          </p:nvPr>
        </p:nvSpPr>
        <p:spPr>
          <a:xfrm>
            <a:off x="5899682" y="3568813"/>
            <a:ext cx="2521500" cy="5541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43" name="Google Shape;343;p21"/>
          <p:cNvSpPr txBox="1">
            <a:spLocks noGrp="1"/>
          </p:cNvSpPr>
          <p:nvPr>
            <p:ph type="subTitle" idx="7"/>
          </p:nvPr>
        </p:nvSpPr>
        <p:spPr>
          <a:xfrm>
            <a:off x="720039" y="1503538"/>
            <a:ext cx="25269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44" name="Google Shape;344;p21"/>
          <p:cNvSpPr txBox="1">
            <a:spLocks noGrp="1"/>
          </p:cNvSpPr>
          <p:nvPr>
            <p:ph type="subTitle" idx="8"/>
          </p:nvPr>
        </p:nvSpPr>
        <p:spPr>
          <a:xfrm>
            <a:off x="3306758" y="1503538"/>
            <a:ext cx="25269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45" name="Google Shape;345;p21"/>
          <p:cNvSpPr txBox="1">
            <a:spLocks noGrp="1"/>
          </p:cNvSpPr>
          <p:nvPr>
            <p:ph type="subTitle" idx="9"/>
          </p:nvPr>
        </p:nvSpPr>
        <p:spPr>
          <a:xfrm>
            <a:off x="5899682" y="1503538"/>
            <a:ext cx="2521500" cy="738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46" name="Google Shape;346;p21"/>
          <p:cNvSpPr txBox="1">
            <a:spLocks noGrp="1"/>
          </p:cNvSpPr>
          <p:nvPr>
            <p:ph type="subTitle" idx="13"/>
          </p:nvPr>
        </p:nvSpPr>
        <p:spPr>
          <a:xfrm>
            <a:off x="720039" y="2904315"/>
            <a:ext cx="2526900" cy="740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47" name="Google Shape;347;p21"/>
          <p:cNvSpPr txBox="1">
            <a:spLocks noGrp="1"/>
          </p:cNvSpPr>
          <p:nvPr>
            <p:ph type="subTitle" idx="14"/>
          </p:nvPr>
        </p:nvSpPr>
        <p:spPr>
          <a:xfrm>
            <a:off x="3306752" y="2904314"/>
            <a:ext cx="2526900" cy="740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sp>
        <p:nvSpPr>
          <p:cNvPr id="348" name="Google Shape;348;p21"/>
          <p:cNvSpPr txBox="1">
            <a:spLocks noGrp="1"/>
          </p:cNvSpPr>
          <p:nvPr>
            <p:ph type="subTitle" idx="15"/>
          </p:nvPr>
        </p:nvSpPr>
        <p:spPr>
          <a:xfrm>
            <a:off x="5897061" y="2904315"/>
            <a:ext cx="2526900" cy="740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2pPr>
            <a:lvl3pPr lvl="2"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3pPr>
            <a:lvl4pPr lvl="3"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4pPr>
            <a:lvl5pPr lvl="4"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5pPr>
            <a:lvl6pPr lvl="5"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6pPr>
            <a:lvl7pPr lvl="6"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7pPr>
            <a:lvl8pPr lvl="7"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8pPr>
            <a:lvl9pPr lvl="8" algn="ctr" rtl="0">
              <a:lnSpc>
                <a:spcPct val="100000"/>
              </a:lnSpc>
              <a:spcBef>
                <a:spcPts val="0"/>
              </a:spcBef>
              <a:spcAft>
                <a:spcPts val="0"/>
              </a:spcAft>
              <a:buClr>
                <a:schemeClr val="dk1"/>
              </a:buClr>
              <a:buSzPts val="2400"/>
              <a:buFont typeface="Sora"/>
              <a:buNone/>
              <a:defRPr sz="2400">
                <a:solidFill>
                  <a:schemeClr val="dk1"/>
                </a:solidFill>
                <a:latin typeface="Sora"/>
                <a:ea typeface="Sora"/>
                <a:cs typeface="Sora"/>
                <a:sym typeface="Sora"/>
              </a:defRPr>
            </a:lvl9pPr>
          </a:lstStyle>
          <a:p>
            <a:r>
              <a:rPr lang="en-US"/>
              <a:t>Click to edit Master subtitle style</a:t>
            </a:r>
            <a:endParaRPr/>
          </a:p>
        </p:txBody>
      </p:sp>
      <p:grpSp>
        <p:nvGrpSpPr>
          <p:cNvPr id="349" name="Google Shape;349;p21"/>
          <p:cNvGrpSpPr/>
          <p:nvPr/>
        </p:nvGrpSpPr>
        <p:grpSpPr>
          <a:xfrm>
            <a:off x="280882" y="388911"/>
            <a:ext cx="8863118" cy="4754590"/>
            <a:chOff x="280882" y="388910"/>
            <a:chExt cx="8863118" cy="4754590"/>
          </a:xfrm>
        </p:grpSpPr>
        <p:sp>
          <p:nvSpPr>
            <p:cNvPr id="350" name="Google Shape;350;p21"/>
            <p:cNvSpPr/>
            <p:nvPr/>
          </p:nvSpPr>
          <p:spPr>
            <a:xfrm>
              <a:off x="8423999" y="4847100"/>
              <a:ext cx="720000" cy="296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351" name="Google Shape;351;p21"/>
            <p:cNvGrpSpPr/>
            <p:nvPr/>
          </p:nvGrpSpPr>
          <p:grpSpPr>
            <a:xfrm>
              <a:off x="280882" y="388910"/>
              <a:ext cx="426986" cy="146100"/>
              <a:chOff x="280882" y="461910"/>
              <a:chExt cx="426986" cy="146100"/>
            </a:xfrm>
          </p:grpSpPr>
          <p:sp>
            <p:nvSpPr>
              <p:cNvPr id="352" name="Google Shape;352;p21"/>
              <p:cNvSpPr/>
              <p:nvPr/>
            </p:nvSpPr>
            <p:spPr>
              <a:xfrm>
                <a:off x="280882"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53" name="Google Shape;353;p21"/>
              <p:cNvSpPr/>
              <p:nvPr/>
            </p:nvSpPr>
            <p:spPr>
              <a:xfrm>
                <a:off x="561768" y="461910"/>
                <a:ext cx="146100" cy="1461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384796617"/>
      </p:ext>
    </p:extLst>
  </p:cSld>
  <p:clrMapOvr>
    <a:masterClrMapping/>
  </p:clrMapOvr>
  <p:transition>
    <p:push di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354"/>
        <p:cNvGrpSpPr/>
        <p:nvPr/>
      </p:nvGrpSpPr>
      <p:grpSpPr>
        <a:xfrm>
          <a:off x="0" y="0"/>
          <a:ext cx="0" cy="0"/>
          <a:chOff x="0" y="0"/>
          <a:chExt cx="0" cy="0"/>
        </a:xfrm>
      </p:grpSpPr>
      <p:sp>
        <p:nvSpPr>
          <p:cNvPr id="355" name="Google Shape;355;p22"/>
          <p:cNvSpPr txBox="1">
            <a:spLocks noGrp="1"/>
          </p:cNvSpPr>
          <p:nvPr>
            <p:ph type="title" hasCustomPrompt="1"/>
          </p:nvPr>
        </p:nvSpPr>
        <p:spPr>
          <a:xfrm>
            <a:off x="1564800" y="575351"/>
            <a:ext cx="6014400" cy="923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6" name="Google Shape;356;p22"/>
          <p:cNvSpPr txBox="1">
            <a:spLocks noGrp="1"/>
          </p:cNvSpPr>
          <p:nvPr>
            <p:ph type="subTitle" idx="1"/>
          </p:nvPr>
        </p:nvSpPr>
        <p:spPr>
          <a:xfrm>
            <a:off x="1564800" y="1422551"/>
            <a:ext cx="6014400" cy="40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57" name="Google Shape;357;p22"/>
          <p:cNvSpPr txBox="1">
            <a:spLocks noGrp="1"/>
          </p:cNvSpPr>
          <p:nvPr>
            <p:ph type="title" idx="2" hasCustomPrompt="1"/>
          </p:nvPr>
        </p:nvSpPr>
        <p:spPr>
          <a:xfrm>
            <a:off x="1564800" y="1948050"/>
            <a:ext cx="6014400" cy="923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8" name="Google Shape;358;p22"/>
          <p:cNvSpPr txBox="1">
            <a:spLocks noGrp="1"/>
          </p:cNvSpPr>
          <p:nvPr>
            <p:ph type="subTitle" idx="3"/>
          </p:nvPr>
        </p:nvSpPr>
        <p:spPr>
          <a:xfrm>
            <a:off x="1564800" y="2795250"/>
            <a:ext cx="6014400" cy="40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59" name="Google Shape;359;p22"/>
          <p:cNvSpPr txBox="1">
            <a:spLocks noGrp="1"/>
          </p:cNvSpPr>
          <p:nvPr>
            <p:ph type="title" idx="4" hasCustomPrompt="1"/>
          </p:nvPr>
        </p:nvSpPr>
        <p:spPr>
          <a:xfrm>
            <a:off x="1564800" y="3320749"/>
            <a:ext cx="6014400" cy="923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60" name="Google Shape;360;p22"/>
          <p:cNvSpPr txBox="1">
            <a:spLocks noGrp="1"/>
          </p:cNvSpPr>
          <p:nvPr>
            <p:ph type="subTitle" idx="5"/>
          </p:nvPr>
        </p:nvSpPr>
        <p:spPr>
          <a:xfrm>
            <a:off x="1564800" y="4167949"/>
            <a:ext cx="6014400" cy="40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grpSp>
        <p:nvGrpSpPr>
          <p:cNvPr id="361" name="Google Shape;361;p22"/>
          <p:cNvGrpSpPr/>
          <p:nvPr/>
        </p:nvGrpSpPr>
        <p:grpSpPr>
          <a:xfrm>
            <a:off x="-542800" y="7"/>
            <a:ext cx="9686800" cy="6293594"/>
            <a:chOff x="-542800" y="6"/>
            <a:chExt cx="9686800" cy="6293594"/>
          </a:xfrm>
        </p:grpSpPr>
        <p:sp>
          <p:nvSpPr>
            <p:cNvPr id="362" name="Google Shape;362;p22"/>
            <p:cNvSpPr/>
            <p:nvPr/>
          </p:nvSpPr>
          <p:spPr>
            <a:xfrm>
              <a:off x="7458900" y="4608500"/>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363" name="Google Shape;363;p22"/>
            <p:cNvGrpSpPr/>
            <p:nvPr/>
          </p:nvGrpSpPr>
          <p:grpSpPr>
            <a:xfrm flipH="1">
              <a:off x="-1" y="6"/>
              <a:ext cx="1026022" cy="1026022"/>
              <a:chOff x="5882463" y="-266175"/>
              <a:chExt cx="1221600" cy="1221600"/>
            </a:xfrm>
          </p:grpSpPr>
          <p:sp>
            <p:nvSpPr>
              <p:cNvPr id="364" name="Google Shape;364;p22"/>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5" name="Google Shape;365;p22"/>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6" name="Google Shape;366;p22"/>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7" name="Google Shape;367;p22"/>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8" name="Google Shape;368;p22"/>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69" name="Google Shape;369;p22"/>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70" name="Google Shape;370;p22"/>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371" name="Google Shape;371;p22"/>
            <p:cNvGrpSpPr/>
            <p:nvPr/>
          </p:nvGrpSpPr>
          <p:grpSpPr>
            <a:xfrm flipH="1">
              <a:off x="8074920" y="388810"/>
              <a:ext cx="707960" cy="146187"/>
              <a:chOff x="7797150" y="445600"/>
              <a:chExt cx="865900" cy="178800"/>
            </a:xfrm>
          </p:grpSpPr>
          <p:sp>
            <p:nvSpPr>
              <p:cNvPr id="372" name="Google Shape;372;p22"/>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73" name="Google Shape;373;p22"/>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74" name="Google Shape;374;p22"/>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
          <p:nvSpPr>
            <p:cNvPr id="375" name="Google Shape;375;p22"/>
            <p:cNvSpPr/>
            <p:nvPr/>
          </p:nvSpPr>
          <p:spPr>
            <a:xfrm flipH="1">
              <a:off x="-542800" y="4073600"/>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spTree>
    <p:extLst>
      <p:ext uri="{BB962C8B-B14F-4D97-AF65-F5344CB8AC3E}">
        <p14:creationId xmlns:p14="http://schemas.microsoft.com/office/powerpoint/2010/main" val="3802012726"/>
      </p:ext>
    </p:extLst>
  </p:cSld>
  <p:clrMapOvr>
    <a:masterClrMapping/>
  </p:clrMapOvr>
  <p:transition>
    <p:push di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76"/>
        <p:cNvGrpSpPr/>
        <p:nvPr/>
      </p:nvGrpSpPr>
      <p:grpSpPr>
        <a:xfrm>
          <a:off x="0" y="0"/>
          <a:ext cx="0" cy="0"/>
          <a:chOff x="0" y="0"/>
          <a:chExt cx="0" cy="0"/>
        </a:xfrm>
      </p:grpSpPr>
      <p:sp>
        <p:nvSpPr>
          <p:cNvPr id="377" name="Google Shape;377;p23"/>
          <p:cNvSpPr txBox="1">
            <a:spLocks noGrp="1"/>
          </p:cNvSpPr>
          <p:nvPr>
            <p:ph type="ctrTitle"/>
          </p:nvPr>
        </p:nvSpPr>
        <p:spPr>
          <a:xfrm>
            <a:off x="2382300" y="822588"/>
            <a:ext cx="4379400" cy="11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378" name="Google Shape;378;p23"/>
          <p:cNvSpPr txBox="1">
            <a:spLocks noGrp="1"/>
          </p:cNvSpPr>
          <p:nvPr>
            <p:ph type="subTitle" idx="1"/>
          </p:nvPr>
        </p:nvSpPr>
        <p:spPr>
          <a:xfrm>
            <a:off x="2382300" y="1777238"/>
            <a:ext cx="4379400" cy="10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
        <p:nvSpPr>
          <p:cNvPr id="379" name="Google Shape;379;p23"/>
          <p:cNvSpPr txBox="1"/>
          <p:nvPr/>
        </p:nvSpPr>
        <p:spPr>
          <a:xfrm>
            <a:off x="2382300" y="3373212"/>
            <a:ext cx="43794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000">
                <a:solidFill>
                  <a:schemeClr val="dk1"/>
                </a:solidFill>
                <a:latin typeface="Assistant"/>
                <a:ea typeface="Assistant"/>
                <a:cs typeface="Assistant"/>
                <a:sym typeface="Assistant"/>
              </a:rPr>
              <a:t>CREDITS: This presentation template was created by </a:t>
            </a:r>
            <a:r>
              <a:rPr lang="en" sz="1000" b="1" u="sng">
                <a:solidFill>
                  <a:schemeClr val="dk1"/>
                </a:solidFill>
                <a:latin typeface="Assistant"/>
                <a:ea typeface="Assistant"/>
                <a:cs typeface="Assistant"/>
                <a:sym typeface="Assistant"/>
                <a:hlinkClick r:id="rId2">
                  <a:extLst>
                    <a:ext uri="{A12FA001-AC4F-418D-AE19-62706E023703}">
                      <ahyp:hlinkClr xmlns:ahyp="http://schemas.microsoft.com/office/drawing/2018/hyperlinkcolor" val="tx"/>
                    </a:ext>
                  </a:extLst>
                </a:hlinkClick>
              </a:rPr>
              <a:t>Slidesgo</a:t>
            </a:r>
            <a:r>
              <a:rPr lang="en" sz="1000" u="sng">
                <a:solidFill>
                  <a:schemeClr val="dk1"/>
                </a:solidFill>
                <a:latin typeface="Assistant"/>
                <a:ea typeface="Assistant"/>
                <a:cs typeface="Assistant"/>
                <a:sym typeface="Assistant"/>
              </a:rPr>
              <a:t>,</a:t>
            </a:r>
            <a:r>
              <a:rPr lang="en" sz="1000">
                <a:solidFill>
                  <a:schemeClr val="dk1"/>
                </a:solidFill>
                <a:latin typeface="Assistant"/>
                <a:ea typeface="Assistant"/>
                <a:cs typeface="Assistant"/>
                <a:sym typeface="Assistant"/>
              </a:rPr>
              <a:t> and includes icons by </a:t>
            </a:r>
            <a:r>
              <a:rPr lang="en" sz="1000" b="1" u="sng">
                <a:solidFill>
                  <a:schemeClr val="dk1"/>
                </a:solidFill>
                <a:latin typeface="Assistant"/>
                <a:ea typeface="Assistant"/>
                <a:cs typeface="Assistant"/>
                <a:sym typeface="Assistant"/>
                <a:hlinkClick r:id="rId3">
                  <a:extLst>
                    <a:ext uri="{A12FA001-AC4F-418D-AE19-62706E023703}">
                      <ahyp:hlinkClr xmlns:ahyp="http://schemas.microsoft.com/office/drawing/2018/hyperlinkcolor" val="tx"/>
                    </a:ext>
                  </a:extLst>
                </a:hlinkClick>
              </a:rPr>
              <a:t>Flaticon</a:t>
            </a:r>
            <a:r>
              <a:rPr lang="en" sz="1000" u="sng">
                <a:solidFill>
                  <a:schemeClr val="dk1"/>
                </a:solidFill>
                <a:latin typeface="Assistant"/>
                <a:ea typeface="Assistant"/>
                <a:cs typeface="Assistant"/>
                <a:sym typeface="Assistant"/>
              </a:rPr>
              <a:t>,</a:t>
            </a:r>
            <a:r>
              <a:rPr lang="en" sz="1000">
                <a:solidFill>
                  <a:schemeClr val="dk1"/>
                </a:solidFill>
                <a:latin typeface="Assistant"/>
                <a:ea typeface="Assistant"/>
                <a:cs typeface="Assistant"/>
                <a:sym typeface="Assistant"/>
              </a:rPr>
              <a:t> and infographics &amp; images by </a:t>
            </a:r>
            <a:r>
              <a:rPr lang="en" sz="1000" b="1" u="sng">
                <a:solidFill>
                  <a:schemeClr val="dk1"/>
                </a:solidFill>
                <a:latin typeface="Assistant"/>
                <a:ea typeface="Assistant"/>
                <a:cs typeface="Assistant"/>
                <a:sym typeface="Assistant"/>
                <a:hlinkClick r:id="rId4">
                  <a:extLst>
                    <a:ext uri="{A12FA001-AC4F-418D-AE19-62706E023703}">
                      <ahyp:hlinkClr xmlns:ahyp="http://schemas.microsoft.com/office/drawing/2018/hyperlinkcolor" val="tx"/>
                    </a:ext>
                  </a:extLst>
                </a:hlinkClick>
              </a:rPr>
              <a:t>Freepik</a:t>
            </a:r>
            <a:endParaRPr sz="1000" b="1" u="sng">
              <a:solidFill>
                <a:schemeClr val="dk1"/>
              </a:solidFill>
              <a:latin typeface="Assistant"/>
              <a:ea typeface="Assistant"/>
              <a:cs typeface="Assistant"/>
              <a:sym typeface="Assistant"/>
            </a:endParaRPr>
          </a:p>
        </p:txBody>
      </p:sp>
      <p:grpSp>
        <p:nvGrpSpPr>
          <p:cNvPr id="380" name="Google Shape;380;p23"/>
          <p:cNvGrpSpPr/>
          <p:nvPr/>
        </p:nvGrpSpPr>
        <p:grpSpPr>
          <a:xfrm>
            <a:off x="-970074" y="-260968"/>
            <a:ext cx="10114085" cy="6434830"/>
            <a:chOff x="-970075" y="-260969"/>
            <a:chExt cx="10114085" cy="6434830"/>
          </a:xfrm>
        </p:grpSpPr>
        <p:sp>
          <p:nvSpPr>
            <p:cNvPr id="381" name="Google Shape;381;p23"/>
            <p:cNvSpPr/>
            <p:nvPr/>
          </p:nvSpPr>
          <p:spPr>
            <a:xfrm>
              <a:off x="7886100" y="0"/>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82" name="Google Shape;382;p23"/>
            <p:cNvSpPr/>
            <p:nvPr/>
          </p:nvSpPr>
          <p:spPr>
            <a:xfrm>
              <a:off x="-970075" y="1729200"/>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383" name="Google Shape;383;p23"/>
            <p:cNvGrpSpPr/>
            <p:nvPr/>
          </p:nvGrpSpPr>
          <p:grpSpPr>
            <a:xfrm>
              <a:off x="1753250" y="4608506"/>
              <a:ext cx="457692" cy="146187"/>
              <a:chOff x="715100" y="4416700"/>
              <a:chExt cx="559800" cy="178800"/>
            </a:xfrm>
          </p:grpSpPr>
          <p:sp>
            <p:nvSpPr>
              <p:cNvPr id="384" name="Google Shape;384;p23"/>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85" name="Google Shape;385;p23"/>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386" name="Google Shape;386;p23"/>
            <p:cNvGrpSpPr/>
            <p:nvPr/>
          </p:nvGrpSpPr>
          <p:grpSpPr>
            <a:xfrm flipH="1">
              <a:off x="7089452" y="4121822"/>
              <a:ext cx="2054558" cy="2052038"/>
              <a:chOff x="2661627" y="4121822"/>
              <a:chExt cx="2054558" cy="2052038"/>
            </a:xfrm>
          </p:grpSpPr>
          <p:sp>
            <p:nvSpPr>
              <p:cNvPr id="387" name="Google Shape;387;p23"/>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88" name="Google Shape;388;p23"/>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89" name="Google Shape;389;p23"/>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0" name="Google Shape;390;p23"/>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1" name="Google Shape;391;p23"/>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2" name="Google Shape;392;p23"/>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3" name="Google Shape;393;p23"/>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4" name="Google Shape;394;p23"/>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5" name="Google Shape;395;p23"/>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6" name="Google Shape;396;p23"/>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7" name="Google Shape;397;p23"/>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8" name="Google Shape;398;p23"/>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399" name="Google Shape;399;p23"/>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0" name="Google Shape;400;p23"/>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1" name="Google Shape;401;p23"/>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2" name="Google Shape;402;p23"/>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03" name="Google Shape;403;p23"/>
            <p:cNvGrpSpPr/>
            <p:nvPr/>
          </p:nvGrpSpPr>
          <p:grpSpPr>
            <a:xfrm flipH="1">
              <a:off x="715099" y="-260969"/>
              <a:ext cx="1282527" cy="1043744"/>
              <a:chOff x="5577063" y="-266175"/>
              <a:chExt cx="1527000" cy="1242700"/>
            </a:xfrm>
          </p:grpSpPr>
          <p:sp>
            <p:nvSpPr>
              <p:cNvPr id="404" name="Google Shape;404;p23"/>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5" name="Google Shape;405;p23"/>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6" name="Google Shape;406;p23"/>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7" name="Google Shape;407;p23"/>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8" name="Google Shape;408;p23"/>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09" name="Google Shape;409;p23"/>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0" name="Google Shape;410;p23"/>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1" name="Google Shape;411;p23"/>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12" name="Google Shape;412;p23"/>
            <p:cNvGrpSpPr/>
            <p:nvPr/>
          </p:nvGrpSpPr>
          <p:grpSpPr>
            <a:xfrm>
              <a:off x="4218021" y="388710"/>
              <a:ext cx="707960" cy="146187"/>
              <a:chOff x="7797150" y="445600"/>
              <a:chExt cx="865900" cy="178800"/>
            </a:xfrm>
          </p:grpSpPr>
          <p:sp>
            <p:nvSpPr>
              <p:cNvPr id="413" name="Google Shape;413;p23"/>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4" name="Google Shape;414;p23"/>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5" name="Google Shape;415;p23"/>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4049325894"/>
      </p:ext>
    </p:extLst>
  </p:cSld>
  <p:clrMapOvr>
    <a:masterClrMapping/>
  </p:clrMapOvr>
  <p:transition>
    <p:push di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16"/>
        <p:cNvGrpSpPr/>
        <p:nvPr/>
      </p:nvGrpSpPr>
      <p:grpSpPr>
        <a:xfrm>
          <a:off x="0" y="0"/>
          <a:ext cx="0" cy="0"/>
          <a:chOff x="0" y="0"/>
          <a:chExt cx="0" cy="0"/>
        </a:xfrm>
      </p:grpSpPr>
      <p:grpSp>
        <p:nvGrpSpPr>
          <p:cNvPr id="417" name="Google Shape;417;p24"/>
          <p:cNvGrpSpPr/>
          <p:nvPr/>
        </p:nvGrpSpPr>
        <p:grpSpPr>
          <a:xfrm>
            <a:off x="-50" y="-12558"/>
            <a:ext cx="9144050" cy="5156057"/>
            <a:chOff x="-50" y="-12559"/>
            <a:chExt cx="9144050" cy="5156057"/>
          </a:xfrm>
        </p:grpSpPr>
        <p:sp>
          <p:nvSpPr>
            <p:cNvPr id="418" name="Google Shape;418;p24"/>
            <p:cNvSpPr/>
            <p:nvPr/>
          </p:nvSpPr>
          <p:spPr>
            <a:xfrm rot="10800000" flipH="1">
              <a:off x="-50" y="4602454"/>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19" name="Google Shape;419;p24"/>
            <p:cNvSpPr/>
            <p:nvPr/>
          </p:nvSpPr>
          <p:spPr>
            <a:xfrm rot="10800000" flipH="1">
              <a:off x="7458900" y="-12559"/>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420" name="Google Shape;420;p24"/>
            <p:cNvGrpSpPr/>
            <p:nvPr/>
          </p:nvGrpSpPr>
          <p:grpSpPr>
            <a:xfrm rot="10800000" flipH="1">
              <a:off x="714975" y="535848"/>
              <a:ext cx="457692" cy="146187"/>
              <a:chOff x="715100" y="4416700"/>
              <a:chExt cx="559800" cy="178800"/>
            </a:xfrm>
          </p:grpSpPr>
          <p:sp>
            <p:nvSpPr>
              <p:cNvPr id="421" name="Google Shape;421;p24"/>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22" name="Google Shape;422;p24"/>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23" name="Google Shape;423;p24"/>
            <p:cNvGrpSpPr/>
            <p:nvPr/>
          </p:nvGrpSpPr>
          <p:grpSpPr>
            <a:xfrm rot="10800000" flipH="1">
              <a:off x="8074871" y="4522720"/>
              <a:ext cx="707960" cy="146187"/>
              <a:chOff x="7797150" y="445600"/>
              <a:chExt cx="865900" cy="178800"/>
            </a:xfrm>
          </p:grpSpPr>
          <p:sp>
            <p:nvSpPr>
              <p:cNvPr id="424" name="Google Shape;424;p24"/>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25" name="Google Shape;425;p24"/>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26" name="Google Shape;426;p24"/>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27" name="Google Shape;427;p24"/>
            <p:cNvGrpSpPr/>
            <p:nvPr/>
          </p:nvGrpSpPr>
          <p:grpSpPr>
            <a:xfrm rot="10800000" flipH="1">
              <a:off x="2661577" y="-12544"/>
              <a:ext cx="2054558" cy="2052038"/>
              <a:chOff x="2661627" y="4121822"/>
              <a:chExt cx="2054558" cy="2052038"/>
            </a:xfrm>
          </p:grpSpPr>
          <p:sp>
            <p:nvSpPr>
              <p:cNvPr id="428" name="Google Shape;428;p24"/>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29" name="Google Shape;429;p24"/>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0" name="Google Shape;430;p24"/>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1" name="Google Shape;431;p24"/>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2" name="Google Shape;432;p24"/>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3" name="Google Shape;433;p24"/>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4" name="Google Shape;434;p24"/>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5" name="Google Shape;435;p24"/>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6" name="Google Shape;436;p24"/>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7" name="Google Shape;437;p24"/>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8" name="Google Shape;438;p24"/>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39" name="Google Shape;439;p24"/>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0" name="Google Shape;440;p24"/>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1" name="Google Shape;441;p24"/>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2" name="Google Shape;442;p24"/>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3" name="Google Shape;443;p24"/>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44" name="Google Shape;444;p24"/>
            <p:cNvGrpSpPr/>
            <p:nvPr/>
          </p:nvGrpSpPr>
          <p:grpSpPr>
            <a:xfrm rot="10800000" flipH="1">
              <a:off x="5057224" y="4099754"/>
              <a:ext cx="1282527" cy="1043744"/>
              <a:chOff x="5577063" y="-266175"/>
              <a:chExt cx="1527000" cy="1242700"/>
            </a:xfrm>
          </p:grpSpPr>
          <p:sp>
            <p:nvSpPr>
              <p:cNvPr id="445" name="Google Shape;445;p24"/>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6" name="Google Shape;446;p24"/>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7" name="Google Shape;447;p24"/>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8" name="Google Shape;448;p24"/>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49" name="Google Shape;449;p24"/>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0" name="Google Shape;450;p24"/>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1" name="Google Shape;451;p24"/>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2" name="Google Shape;452;p24"/>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2277703151"/>
      </p:ext>
    </p:extLst>
  </p:cSld>
  <p:clrMapOvr>
    <a:masterClrMapping/>
  </p:clrMapOvr>
  <p:transition>
    <p:push di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53"/>
        <p:cNvGrpSpPr/>
        <p:nvPr/>
      </p:nvGrpSpPr>
      <p:grpSpPr>
        <a:xfrm>
          <a:off x="0" y="0"/>
          <a:ext cx="0" cy="0"/>
          <a:chOff x="0" y="0"/>
          <a:chExt cx="0" cy="0"/>
        </a:xfrm>
      </p:grpSpPr>
      <p:grpSp>
        <p:nvGrpSpPr>
          <p:cNvPr id="454" name="Google Shape;454;p25"/>
          <p:cNvGrpSpPr/>
          <p:nvPr/>
        </p:nvGrpSpPr>
        <p:grpSpPr>
          <a:xfrm>
            <a:off x="0" y="7"/>
            <a:ext cx="9144100" cy="5147655"/>
            <a:chOff x="0" y="6"/>
            <a:chExt cx="9144100" cy="5147655"/>
          </a:xfrm>
        </p:grpSpPr>
        <p:sp>
          <p:nvSpPr>
            <p:cNvPr id="455" name="Google Shape;455;p25"/>
            <p:cNvSpPr/>
            <p:nvPr/>
          </p:nvSpPr>
          <p:spPr>
            <a:xfrm rot="10800000" flipH="1">
              <a:off x="0" y="16"/>
              <a:ext cx="1257900" cy="534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6" name="Google Shape;456;p25"/>
            <p:cNvSpPr/>
            <p:nvPr/>
          </p:nvSpPr>
          <p:spPr>
            <a:xfrm rot="10800000" flipH="1">
              <a:off x="7459000" y="3462541"/>
              <a:ext cx="1685100" cy="168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nvGrpSpPr>
            <p:cNvPr id="457" name="Google Shape;457;p25"/>
            <p:cNvGrpSpPr/>
            <p:nvPr/>
          </p:nvGrpSpPr>
          <p:grpSpPr>
            <a:xfrm rot="10800000" flipH="1">
              <a:off x="4343154" y="4539548"/>
              <a:ext cx="457692" cy="146187"/>
              <a:chOff x="715100" y="4416700"/>
              <a:chExt cx="559800" cy="178800"/>
            </a:xfrm>
          </p:grpSpPr>
          <p:sp>
            <p:nvSpPr>
              <p:cNvPr id="458" name="Google Shape;458;p25"/>
              <p:cNvSpPr/>
              <p:nvPr/>
            </p:nvSpPr>
            <p:spPr>
              <a:xfrm>
                <a:off x="715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59" name="Google Shape;459;p25"/>
              <p:cNvSpPr/>
              <p:nvPr/>
            </p:nvSpPr>
            <p:spPr>
              <a:xfrm>
                <a:off x="1096100" y="4416700"/>
                <a:ext cx="178800" cy="178800"/>
              </a:xfrm>
              <a:prstGeom prst="diamond">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60" name="Google Shape;460;p25"/>
            <p:cNvGrpSpPr/>
            <p:nvPr/>
          </p:nvGrpSpPr>
          <p:grpSpPr>
            <a:xfrm rot="10800000" flipH="1">
              <a:off x="4218020" y="466045"/>
              <a:ext cx="707960" cy="146187"/>
              <a:chOff x="7797150" y="445600"/>
              <a:chExt cx="865900" cy="178800"/>
            </a:xfrm>
          </p:grpSpPr>
          <p:sp>
            <p:nvSpPr>
              <p:cNvPr id="461" name="Google Shape;461;p25"/>
              <p:cNvSpPr/>
              <p:nvPr/>
            </p:nvSpPr>
            <p:spPr>
              <a:xfrm>
                <a:off x="77971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2" name="Google Shape;462;p25"/>
              <p:cNvSpPr/>
              <p:nvPr/>
            </p:nvSpPr>
            <p:spPr>
              <a:xfrm>
                <a:off x="814070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3" name="Google Shape;463;p25"/>
              <p:cNvSpPr/>
              <p:nvPr/>
            </p:nvSpPr>
            <p:spPr>
              <a:xfrm>
                <a:off x="8484250" y="445600"/>
                <a:ext cx="178800" cy="178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64" name="Google Shape;464;p25"/>
            <p:cNvGrpSpPr/>
            <p:nvPr/>
          </p:nvGrpSpPr>
          <p:grpSpPr>
            <a:xfrm>
              <a:off x="538752" y="3095622"/>
              <a:ext cx="2054558" cy="2052038"/>
              <a:chOff x="2661627" y="4121822"/>
              <a:chExt cx="2054558" cy="2052038"/>
            </a:xfrm>
          </p:grpSpPr>
          <p:sp>
            <p:nvSpPr>
              <p:cNvPr id="465" name="Google Shape;465;p25"/>
              <p:cNvSpPr/>
              <p:nvPr/>
            </p:nvSpPr>
            <p:spPr>
              <a:xfrm>
                <a:off x="3688500"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6" name="Google Shape;466;p25"/>
              <p:cNvSpPr/>
              <p:nvPr/>
            </p:nvSpPr>
            <p:spPr>
              <a:xfrm>
                <a:off x="3688500"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7" name="Google Shape;467;p25"/>
              <p:cNvSpPr/>
              <p:nvPr/>
            </p:nvSpPr>
            <p:spPr>
              <a:xfrm>
                <a:off x="3688500" y="4891339"/>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8" name="Google Shape;468;p25"/>
              <p:cNvSpPr/>
              <p:nvPr/>
            </p:nvSpPr>
            <p:spPr>
              <a:xfrm>
                <a:off x="3945856"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69" name="Google Shape;469;p25"/>
              <p:cNvSpPr/>
              <p:nvPr/>
            </p:nvSpPr>
            <p:spPr>
              <a:xfrm>
                <a:off x="3431984" y="4634833"/>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0" name="Google Shape;470;p25"/>
              <p:cNvSpPr/>
              <p:nvPr/>
            </p:nvSpPr>
            <p:spPr>
              <a:xfrm>
                <a:off x="3175478" y="4378328"/>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1" name="Google Shape;471;p25"/>
              <p:cNvSpPr/>
              <p:nvPr/>
            </p:nvSpPr>
            <p:spPr>
              <a:xfrm>
                <a:off x="2918973"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2" name="Google Shape;472;p25"/>
              <p:cNvSpPr/>
              <p:nvPr/>
            </p:nvSpPr>
            <p:spPr>
              <a:xfrm>
                <a:off x="3431984"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3" name="Google Shape;473;p25"/>
              <p:cNvSpPr/>
              <p:nvPr/>
            </p:nvSpPr>
            <p:spPr>
              <a:xfrm>
                <a:off x="394584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4" name="Google Shape;474;p25"/>
              <p:cNvSpPr/>
              <p:nvPr/>
            </p:nvSpPr>
            <p:spPr>
              <a:xfrm>
                <a:off x="4202340"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5" name="Google Shape;475;p25"/>
              <p:cNvSpPr/>
              <p:nvPr/>
            </p:nvSpPr>
            <p:spPr>
              <a:xfrm>
                <a:off x="4459685"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6" name="Google Shape;476;p25"/>
              <p:cNvSpPr/>
              <p:nvPr/>
            </p:nvSpPr>
            <p:spPr>
              <a:xfrm>
                <a:off x="3175478" y="5404350"/>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7" name="Google Shape;477;p25"/>
              <p:cNvSpPr/>
              <p:nvPr/>
            </p:nvSpPr>
            <p:spPr>
              <a:xfrm>
                <a:off x="3431984" y="5660855"/>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8" name="Google Shape;478;p25"/>
              <p:cNvSpPr/>
              <p:nvPr/>
            </p:nvSpPr>
            <p:spPr>
              <a:xfrm>
                <a:off x="2918133" y="5147844"/>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79" name="Google Shape;479;p25"/>
              <p:cNvSpPr/>
              <p:nvPr/>
            </p:nvSpPr>
            <p:spPr>
              <a:xfrm>
                <a:off x="2661627" y="5917361"/>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0" name="Google Shape;480;p25"/>
              <p:cNvSpPr/>
              <p:nvPr/>
            </p:nvSpPr>
            <p:spPr>
              <a:xfrm>
                <a:off x="4459685" y="4121822"/>
                <a:ext cx="256500" cy="25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nvGrpSpPr>
            <p:cNvPr id="481" name="Google Shape;481;p25"/>
            <p:cNvGrpSpPr/>
            <p:nvPr/>
          </p:nvGrpSpPr>
          <p:grpSpPr>
            <a:xfrm>
              <a:off x="7343274" y="6"/>
              <a:ext cx="1282527" cy="1043744"/>
              <a:chOff x="5577063" y="-266175"/>
              <a:chExt cx="1527000" cy="1242700"/>
            </a:xfrm>
          </p:grpSpPr>
          <p:sp>
            <p:nvSpPr>
              <p:cNvPr id="482" name="Google Shape;482;p25"/>
              <p:cNvSpPr/>
              <p:nvPr/>
            </p:nvSpPr>
            <p:spPr>
              <a:xfrm>
                <a:off x="58824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3" name="Google Shape;483;p25"/>
              <p:cNvSpPr/>
              <p:nvPr/>
            </p:nvSpPr>
            <p:spPr>
              <a:xfrm>
                <a:off x="61878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4" name="Google Shape;484;p25"/>
              <p:cNvSpPr/>
              <p:nvPr/>
            </p:nvSpPr>
            <p:spPr>
              <a:xfrm>
                <a:off x="64932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5" name="Google Shape;485;p25"/>
              <p:cNvSpPr/>
              <p:nvPr/>
            </p:nvSpPr>
            <p:spPr>
              <a:xfrm>
                <a:off x="6798663" y="392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6" name="Google Shape;486;p25"/>
              <p:cNvSpPr/>
              <p:nvPr/>
            </p:nvSpPr>
            <p:spPr>
              <a:xfrm>
                <a:off x="6493263" y="-26617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7" name="Google Shape;487;p25"/>
              <p:cNvSpPr/>
              <p:nvPr/>
            </p:nvSpPr>
            <p:spPr>
              <a:xfrm>
                <a:off x="6493263" y="3446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8" name="Google Shape;488;p25"/>
              <p:cNvSpPr/>
              <p:nvPr/>
            </p:nvSpPr>
            <p:spPr>
              <a:xfrm>
                <a:off x="6187863" y="6500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sp>
            <p:nvSpPr>
              <p:cNvPr id="489" name="Google Shape;489;p25"/>
              <p:cNvSpPr/>
              <p:nvPr/>
            </p:nvSpPr>
            <p:spPr>
              <a:xfrm>
                <a:off x="5577063" y="671125"/>
                <a:ext cx="305400" cy="305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Assistant"/>
                  <a:ea typeface="Assistant"/>
                  <a:cs typeface="Assistant"/>
                  <a:sym typeface="Assistant"/>
                </a:endParaRPr>
              </a:p>
            </p:txBody>
          </p:sp>
        </p:grpSp>
      </p:grpSp>
    </p:spTree>
    <p:extLst>
      <p:ext uri="{BB962C8B-B14F-4D97-AF65-F5344CB8AC3E}">
        <p14:creationId xmlns:p14="http://schemas.microsoft.com/office/powerpoint/2010/main" val="1659633442"/>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1pPr>
            <a:lvl2pPr lvl="1">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2pPr>
            <a:lvl3pPr lvl="2">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3pPr>
            <a:lvl4pPr lvl="3">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4pPr>
            <a:lvl5pPr lvl="4">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5pPr>
            <a:lvl6pPr lvl="5">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6pPr>
            <a:lvl7pPr lvl="6">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7pPr>
            <a:lvl8pPr lvl="7">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8pPr>
            <a:lvl9pPr lvl="8">
              <a:spcBef>
                <a:spcPts val="0"/>
              </a:spcBef>
              <a:spcAft>
                <a:spcPts val="0"/>
              </a:spcAft>
              <a:buClr>
                <a:schemeClr val="accent1"/>
              </a:buClr>
              <a:buSzPts val="2200"/>
              <a:buFont typeface="Press Start 2P"/>
              <a:buNone/>
              <a:defRPr sz="2200">
                <a:solidFill>
                  <a:schemeClr val="accent1"/>
                </a:solidFill>
                <a:latin typeface="Press Start 2P"/>
                <a:ea typeface="Press Start 2P"/>
                <a:cs typeface="Press Start 2P"/>
                <a:sym typeface="Press Start 2P"/>
              </a:defRPr>
            </a:lvl9pPr>
          </a:lstStyle>
          <a:p>
            <a:endParaRPr/>
          </a:p>
        </p:txBody>
      </p:sp>
      <p:sp>
        <p:nvSpPr>
          <p:cNvPr id="7" name="Google Shape;7;p1"/>
          <p:cNvSpPr txBox="1">
            <a:spLocks noGrp="1"/>
          </p:cNvSpPr>
          <p:nvPr>
            <p:ph type="body" idx="1"/>
          </p:nvPr>
        </p:nvSpPr>
        <p:spPr>
          <a:xfrm>
            <a:off x="713100" y="1268650"/>
            <a:ext cx="7717800" cy="3335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1pPr>
            <a:lvl2pPr marL="914400" lvl="1"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2pPr>
            <a:lvl3pPr marL="1371600" lvl="2"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3pPr>
            <a:lvl4pPr marL="1828800" lvl="3"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4pPr>
            <a:lvl5pPr marL="2286000" lvl="4"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5pPr>
            <a:lvl6pPr marL="2743200" lvl="5"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6pPr>
            <a:lvl7pPr marL="3200400" lvl="6"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7pPr>
            <a:lvl8pPr marL="3657600" lvl="7"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8pPr>
            <a:lvl9pPr marL="4114800" lvl="8" indent="-317500">
              <a:lnSpc>
                <a:spcPct val="100000"/>
              </a:lnSpc>
              <a:spcBef>
                <a:spcPts val="0"/>
              </a:spcBef>
              <a:spcAft>
                <a:spcPts val="0"/>
              </a:spcAft>
              <a:buClr>
                <a:schemeClr val="accent1"/>
              </a:buClr>
              <a:buSzPts val="1400"/>
              <a:buFont typeface="Courier Prime"/>
              <a:buChar char="■"/>
              <a:defRPr>
                <a:solidFill>
                  <a:schemeClr val="accent1"/>
                </a:solidFill>
                <a:latin typeface="Courier Prime"/>
                <a:ea typeface="Courier Prime"/>
                <a:cs typeface="Courier Prime"/>
                <a:sym typeface="Courier Prim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6" r:id="rId6"/>
    <p:sldLayoutId id="2147483658" r:id="rId7"/>
    <p:sldLayoutId id="2147483659" r:id="rId8"/>
    <p:sldLayoutId id="2147483660" r:id="rId9"/>
    <p:sldLayoutId id="2147483664" r:id="rId10"/>
    <p:sldLayoutId id="2147483669" r:id="rId11"/>
    <p:sldLayoutId id="2147483670" r:id="rId12"/>
  </p:sldLayoutIdLst>
  <p:transition>
    <p:push dir="u"/>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marL="914400" lvl="1"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marL="1371600" lvl="2"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marL="1828800" lvl="3"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marL="2286000" lvl="4"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marL="2743200" lvl="5"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marL="3200400" lvl="6"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marL="3657600" lvl="7"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marL="4114800" lvl="8"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a:endParaRPr/>
          </a:p>
        </p:txBody>
      </p:sp>
    </p:spTree>
    <p:extLst>
      <p:ext uri="{BB962C8B-B14F-4D97-AF65-F5344CB8AC3E}">
        <p14:creationId xmlns:p14="http://schemas.microsoft.com/office/powerpoint/2010/main" val="3723327162"/>
      </p:ext>
    </p:extLst>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Lst>
  <p:transition>
    <p:push dir="u"/>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slide" Target="slide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microsoft.com/office/2007/relationships/hdphoto" Target="../media/hdphoto4.wdp"/><Relationship Id="rId5" Type="http://schemas.openxmlformats.org/officeDocument/2006/relationships/image" Target="../media/image6.png"/><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microsoft.com/office/2007/relationships/hdphoto" Target="../media/hdphoto5.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slide" Target="slide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slide" Target="slide4.xm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video" Target="https://www.youtube.com/embed/TogXvEa8B3M?feature=oembed" TargetMode="External"/><Relationship Id="rId6" Type="http://schemas.openxmlformats.org/officeDocument/2006/relationships/image" Target="../media/image20.jpeg"/><Relationship Id="rId5" Type="http://schemas.openxmlformats.org/officeDocument/2006/relationships/slide" Target="slide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zaze7/CS4311_INFILTR8_6TheNine-Bytes_Fall2024"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slide" Target="slide4.xml"/><Relationship Id="rId5" Type="http://schemas.microsoft.com/office/2007/relationships/hdphoto" Target="../media/hdphoto6.wdp"/><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microsoft.com/office/2007/relationships/hdphoto" Target="../media/hdphoto7.wdp"/><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slide" Target="slide4.xml"/><Relationship Id="rId4" Type="http://schemas.microsoft.com/office/2007/relationships/hdphoto" Target="../media/hdphoto7.wdp"/></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microsoft.com/office/2007/relationships/hdphoto" Target="../media/hdphoto7.wdp"/><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slide" Target="slide4.xml"/><Relationship Id="rId4" Type="http://schemas.microsoft.com/office/2007/relationships/hdphoto" Target="../media/hdphoto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8"/>
          <p:cNvSpPr/>
          <p:nvPr/>
        </p:nvSpPr>
        <p:spPr>
          <a:xfrm>
            <a:off x="713100" y="1010838"/>
            <a:ext cx="7717800" cy="26448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8"/>
          <p:cNvSpPr txBox="1">
            <a:spLocks noGrp="1"/>
          </p:cNvSpPr>
          <p:nvPr>
            <p:ph type="ctrTitle"/>
          </p:nvPr>
        </p:nvSpPr>
        <p:spPr>
          <a:xfrm>
            <a:off x="860550" y="1443174"/>
            <a:ext cx="7424700" cy="120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accent5"/>
                </a:solidFill>
              </a:rPr>
              <a:t>“DESIGN &amp; IMPLEMENTATION”_</a:t>
            </a:r>
            <a:br>
              <a:rPr lang="en" sz="2000" dirty="0"/>
            </a:br>
            <a:endParaRPr sz="2000" dirty="0"/>
          </a:p>
        </p:txBody>
      </p:sp>
      <p:sp>
        <p:nvSpPr>
          <p:cNvPr id="527" name="Google Shape;527;p28"/>
          <p:cNvSpPr txBox="1">
            <a:spLocks noGrp="1"/>
          </p:cNvSpPr>
          <p:nvPr>
            <p:ph type="subTitle" idx="1"/>
          </p:nvPr>
        </p:nvSpPr>
        <p:spPr>
          <a:xfrm>
            <a:off x="713100" y="3690159"/>
            <a:ext cx="4859100" cy="676607"/>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1200" dirty="0"/>
              <a:t>Software Eng: Design &amp; </a:t>
            </a:r>
            <a:r>
              <a:rPr lang="en-US" sz="1200" dirty="0" err="1"/>
              <a:t>Implmnt</a:t>
            </a:r>
            <a:r>
              <a:rPr lang="en-US" sz="1200" dirty="0"/>
              <a:t> [SW2]</a:t>
            </a:r>
          </a:p>
          <a:p>
            <a:pPr marL="0" indent="0"/>
            <a:r>
              <a:rPr lang="en-US" sz="1200" dirty="0"/>
              <a:t>CS 4311 == CRN: 11377</a:t>
            </a:r>
            <a:br>
              <a:rPr lang="en-US" sz="1200" dirty="0"/>
            </a:br>
            <a:r>
              <a:rPr lang="en-US" sz="1200" dirty="0"/>
              <a:t>Dr. </a:t>
            </a:r>
            <a:r>
              <a:rPr lang="en-US" sz="1200" dirty="0" err="1"/>
              <a:t>Salamah</a:t>
            </a:r>
            <a:r>
              <a:rPr lang="en-US" sz="1200" dirty="0"/>
              <a:t> </a:t>
            </a:r>
            <a:r>
              <a:rPr lang="en-US" sz="1200" dirty="0" err="1"/>
              <a:t>Salamah</a:t>
            </a:r>
            <a:endParaRPr lang="en-US" sz="1200" dirty="0"/>
          </a:p>
          <a:p>
            <a:pPr marL="0" lvl="0" indent="0" algn="l" rtl="0">
              <a:spcBef>
                <a:spcPts val="0"/>
              </a:spcBef>
              <a:spcAft>
                <a:spcPts val="0"/>
              </a:spcAft>
              <a:buNone/>
            </a:pPr>
            <a:endParaRPr dirty="0"/>
          </a:p>
        </p:txBody>
      </p:sp>
      <p:sp>
        <p:nvSpPr>
          <p:cNvPr id="528" name="Google Shape;528;p28"/>
          <p:cNvSpPr/>
          <p:nvPr/>
        </p:nvSpPr>
        <p:spPr>
          <a:xfrm>
            <a:off x="947619" y="2019520"/>
            <a:ext cx="4721661" cy="471225"/>
          </a:xfrm>
          <a:prstGeom prst="rect">
            <a:avLst/>
          </a:prstGeom>
        </p:spPr>
        <p:txBody>
          <a:bodyPr>
            <a:prstTxWarp prst="textPlain">
              <a:avLst/>
            </a:prstTxWarp>
          </a:bodyPr>
          <a:lstStyle/>
          <a:p>
            <a:pPr lvl="0" algn="ctr"/>
            <a:r>
              <a:rPr lang="en-US" b="0" i="0" dirty="0">
                <a:ln w="19050" cap="flat" cmpd="sng">
                  <a:solidFill>
                    <a:schemeClr val="accent1"/>
                  </a:solidFill>
                  <a:prstDash val="solid"/>
                  <a:round/>
                  <a:headEnd type="none" w="sm" len="sm"/>
                  <a:tailEnd type="none" w="sm" len="sm"/>
                </a:ln>
                <a:noFill/>
                <a:latin typeface="Press Start 2P"/>
              </a:rPr>
              <a:t>INFILTR8</a:t>
            </a:r>
            <a:endParaRPr b="0" i="0" dirty="0">
              <a:ln w="19050" cap="flat" cmpd="sng">
                <a:solidFill>
                  <a:schemeClr val="accent1"/>
                </a:solidFill>
                <a:prstDash val="solid"/>
                <a:round/>
                <a:headEnd type="none" w="sm" len="sm"/>
                <a:tailEnd type="none" w="sm" len="sm"/>
              </a:ln>
              <a:noFill/>
              <a:latin typeface="Press Start 2P"/>
            </a:endParaRPr>
          </a:p>
        </p:txBody>
      </p:sp>
      <p:grpSp>
        <p:nvGrpSpPr>
          <p:cNvPr id="529" name="Google Shape;529;p28"/>
          <p:cNvGrpSpPr/>
          <p:nvPr/>
        </p:nvGrpSpPr>
        <p:grpSpPr>
          <a:xfrm rot="-647769">
            <a:off x="6637797" y="3435680"/>
            <a:ext cx="342654" cy="542760"/>
            <a:chOff x="713100" y="3583157"/>
            <a:chExt cx="721984" cy="1143614"/>
          </a:xfrm>
        </p:grpSpPr>
        <p:sp>
          <p:nvSpPr>
            <p:cNvPr id="530" name="Google Shape;530;p28"/>
            <p:cNvSpPr/>
            <p:nvPr/>
          </p:nvSpPr>
          <p:spPr>
            <a:xfrm>
              <a:off x="713100" y="3583157"/>
              <a:ext cx="721961" cy="1143555"/>
            </a:xfrm>
            <a:custGeom>
              <a:avLst/>
              <a:gdLst/>
              <a:ahLst/>
              <a:cxnLst/>
              <a:rect l="l" t="t" r="r" b="b"/>
              <a:pathLst>
                <a:path w="43623" h="69097" extrusionOk="0">
                  <a:moveTo>
                    <a:pt x="1" y="1"/>
                  </a:moveTo>
                  <a:lnTo>
                    <a:pt x="1" y="61827"/>
                  </a:lnTo>
                  <a:lnTo>
                    <a:pt x="7271" y="61827"/>
                  </a:lnTo>
                  <a:lnTo>
                    <a:pt x="7271" y="58163"/>
                  </a:lnTo>
                  <a:lnTo>
                    <a:pt x="10877" y="58163"/>
                  </a:lnTo>
                  <a:lnTo>
                    <a:pt x="10877" y="54557"/>
                  </a:lnTo>
                  <a:lnTo>
                    <a:pt x="14541" y="54557"/>
                  </a:lnTo>
                  <a:lnTo>
                    <a:pt x="14541" y="50892"/>
                  </a:lnTo>
                  <a:lnTo>
                    <a:pt x="18147" y="50892"/>
                  </a:lnTo>
                  <a:lnTo>
                    <a:pt x="18147" y="58163"/>
                  </a:lnTo>
                  <a:lnTo>
                    <a:pt x="21811" y="58163"/>
                  </a:lnTo>
                  <a:lnTo>
                    <a:pt x="21811" y="65433"/>
                  </a:lnTo>
                  <a:lnTo>
                    <a:pt x="25418" y="65433"/>
                  </a:lnTo>
                  <a:lnTo>
                    <a:pt x="25418" y="69097"/>
                  </a:lnTo>
                  <a:lnTo>
                    <a:pt x="32688" y="69097"/>
                  </a:lnTo>
                  <a:lnTo>
                    <a:pt x="32688" y="65433"/>
                  </a:lnTo>
                  <a:lnTo>
                    <a:pt x="36352" y="65433"/>
                  </a:lnTo>
                  <a:lnTo>
                    <a:pt x="36352" y="58163"/>
                  </a:lnTo>
                  <a:lnTo>
                    <a:pt x="32688" y="58163"/>
                  </a:lnTo>
                  <a:lnTo>
                    <a:pt x="32688" y="50892"/>
                  </a:lnTo>
                  <a:lnTo>
                    <a:pt x="29082" y="50892"/>
                  </a:lnTo>
                  <a:lnTo>
                    <a:pt x="29082" y="47286"/>
                  </a:lnTo>
                  <a:lnTo>
                    <a:pt x="43622" y="47286"/>
                  </a:lnTo>
                  <a:lnTo>
                    <a:pt x="43622" y="43622"/>
                  </a:lnTo>
                  <a:lnTo>
                    <a:pt x="43622" y="40016"/>
                  </a:lnTo>
                  <a:lnTo>
                    <a:pt x="39958" y="40016"/>
                  </a:lnTo>
                  <a:lnTo>
                    <a:pt x="39958" y="36352"/>
                  </a:lnTo>
                  <a:lnTo>
                    <a:pt x="36352" y="36352"/>
                  </a:lnTo>
                  <a:lnTo>
                    <a:pt x="36352" y="32746"/>
                  </a:lnTo>
                  <a:lnTo>
                    <a:pt x="32688" y="32746"/>
                  </a:lnTo>
                  <a:lnTo>
                    <a:pt x="32688" y="29082"/>
                  </a:lnTo>
                  <a:lnTo>
                    <a:pt x="29082" y="29082"/>
                  </a:lnTo>
                  <a:lnTo>
                    <a:pt x="29082" y="25476"/>
                  </a:lnTo>
                  <a:lnTo>
                    <a:pt x="25418" y="25476"/>
                  </a:lnTo>
                  <a:lnTo>
                    <a:pt x="25418" y="21811"/>
                  </a:lnTo>
                  <a:lnTo>
                    <a:pt x="21811" y="21811"/>
                  </a:lnTo>
                  <a:lnTo>
                    <a:pt x="21811" y="18205"/>
                  </a:lnTo>
                  <a:lnTo>
                    <a:pt x="18147" y="18205"/>
                  </a:lnTo>
                  <a:lnTo>
                    <a:pt x="18147" y="14541"/>
                  </a:lnTo>
                  <a:lnTo>
                    <a:pt x="14541" y="14541"/>
                  </a:lnTo>
                  <a:lnTo>
                    <a:pt x="14541" y="10935"/>
                  </a:lnTo>
                  <a:lnTo>
                    <a:pt x="10877" y="10935"/>
                  </a:lnTo>
                  <a:lnTo>
                    <a:pt x="10877" y="7271"/>
                  </a:lnTo>
                  <a:lnTo>
                    <a:pt x="7271" y="7271"/>
                  </a:lnTo>
                  <a:lnTo>
                    <a:pt x="7271" y="3665"/>
                  </a:lnTo>
                  <a:lnTo>
                    <a:pt x="3607" y="3665"/>
                  </a:lnTo>
                  <a:lnTo>
                    <a:pt x="3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713100" y="3583157"/>
              <a:ext cx="120335" cy="1023237"/>
            </a:xfrm>
            <a:custGeom>
              <a:avLst/>
              <a:gdLst/>
              <a:ahLst/>
              <a:cxnLst/>
              <a:rect l="l" t="t" r="r" b="b"/>
              <a:pathLst>
                <a:path w="7271" h="61827" extrusionOk="0">
                  <a:moveTo>
                    <a:pt x="1" y="1"/>
                  </a:moveTo>
                  <a:lnTo>
                    <a:pt x="1" y="61827"/>
                  </a:lnTo>
                  <a:lnTo>
                    <a:pt x="7271" y="61827"/>
                  </a:lnTo>
                  <a:lnTo>
                    <a:pt x="7271" y="58163"/>
                  </a:lnTo>
                  <a:lnTo>
                    <a:pt x="3607" y="58163"/>
                  </a:lnTo>
                  <a:lnTo>
                    <a:pt x="3607" y="7271"/>
                  </a:lnTo>
                  <a:lnTo>
                    <a:pt x="7271" y="7271"/>
                  </a:lnTo>
                  <a:lnTo>
                    <a:pt x="727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8"/>
            <p:cNvSpPr/>
            <p:nvPr/>
          </p:nvSpPr>
          <p:spPr>
            <a:xfrm>
              <a:off x="833425" y="3703499"/>
              <a:ext cx="59712" cy="60656"/>
            </a:xfrm>
            <a:custGeom>
              <a:avLst/>
              <a:gdLst/>
              <a:ahLst/>
              <a:cxnLst/>
              <a:rect l="l" t="t" r="r" b="b"/>
              <a:pathLst>
                <a:path w="3608" h="3665" extrusionOk="0">
                  <a:moveTo>
                    <a:pt x="1" y="0"/>
                  </a:moveTo>
                  <a:lnTo>
                    <a:pt x="1" y="3664"/>
                  </a:lnTo>
                  <a:lnTo>
                    <a:pt x="3607" y="3664"/>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8"/>
            <p:cNvSpPr/>
            <p:nvPr/>
          </p:nvSpPr>
          <p:spPr>
            <a:xfrm>
              <a:off x="893124" y="3764141"/>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8"/>
            <p:cNvSpPr/>
            <p:nvPr/>
          </p:nvSpPr>
          <p:spPr>
            <a:xfrm>
              <a:off x="953767" y="3823824"/>
              <a:ext cx="59696" cy="60656"/>
            </a:xfrm>
            <a:custGeom>
              <a:avLst/>
              <a:gdLst/>
              <a:ahLst/>
              <a:cxnLst/>
              <a:rect l="l" t="t" r="r" b="b"/>
              <a:pathLst>
                <a:path w="3607" h="3665" extrusionOk="0">
                  <a:moveTo>
                    <a:pt x="0" y="0"/>
                  </a:moveTo>
                  <a:lnTo>
                    <a:pt x="0" y="3664"/>
                  </a:lnTo>
                  <a:lnTo>
                    <a:pt x="3606" y="3664"/>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8"/>
            <p:cNvSpPr/>
            <p:nvPr/>
          </p:nvSpPr>
          <p:spPr>
            <a:xfrm>
              <a:off x="1013449" y="3884466"/>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8"/>
            <p:cNvSpPr/>
            <p:nvPr/>
          </p:nvSpPr>
          <p:spPr>
            <a:xfrm>
              <a:off x="1074092" y="3944149"/>
              <a:ext cx="59696" cy="60656"/>
            </a:xfrm>
            <a:custGeom>
              <a:avLst/>
              <a:gdLst/>
              <a:ahLst/>
              <a:cxnLst/>
              <a:rect l="l" t="t" r="r" b="b"/>
              <a:pathLst>
                <a:path w="3607" h="3665" extrusionOk="0">
                  <a:moveTo>
                    <a:pt x="0" y="0"/>
                  </a:moveTo>
                  <a:lnTo>
                    <a:pt x="0" y="3665"/>
                  </a:lnTo>
                  <a:lnTo>
                    <a:pt x="3607" y="3665"/>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8"/>
            <p:cNvSpPr/>
            <p:nvPr/>
          </p:nvSpPr>
          <p:spPr>
            <a:xfrm>
              <a:off x="1133774" y="4004792"/>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8"/>
            <p:cNvSpPr/>
            <p:nvPr/>
          </p:nvSpPr>
          <p:spPr>
            <a:xfrm>
              <a:off x="1194417" y="4064474"/>
              <a:ext cx="59696" cy="60656"/>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8"/>
            <p:cNvSpPr/>
            <p:nvPr/>
          </p:nvSpPr>
          <p:spPr>
            <a:xfrm>
              <a:off x="1254099" y="4125117"/>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8"/>
            <p:cNvSpPr/>
            <p:nvPr/>
          </p:nvSpPr>
          <p:spPr>
            <a:xfrm>
              <a:off x="1314758" y="4184799"/>
              <a:ext cx="59696" cy="60672"/>
            </a:xfrm>
            <a:custGeom>
              <a:avLst/>
              <a:gdLst/>
              <a:ahLst/>
              <a:cxnLst/>
              <a:rect l="l" t="t" r="r" b="b"/>
              <a:pathLst>
                <a:path w="3607" h="3666" extrusionOk="0">
                  <a:moveTo>
                    <a:pt x="0" y="1"/>
                  </a:moveTo>
                  <a:lnTo>
                    <a:pt x="0" y="3665"/>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8"/>
            <p:cNvSpPr/>
            <p:nvPr/>
          </p:nvSpPr>
          <p:spPr>
            <a:xfrm>
              <a:off x="1133774" y="4245458"/>
              <a:ext cx="301309" cy="180014"/>
            </a:xfrm>
            <a:custGeom>
              <a:avLst/>
              <a:gdLst/>
              <a:ahLst/>
              <a:cxnLst/>
              <a:rect l="l" t="t" r="r" b="b"/>
              <a:pathLst>
                <a:path w="18206" h="10877" extrusionOk="0">
                  <a:moveTo>
                    <a:pt x="14541" y="0"/>
                  </a:moveTo>
                  <a:lnTo>
                    <a:pt x="14541" y="3606"/>
                  </a:lnTo>
                  <a:lnTo>
                    <a:pt x="1" y="3606"/>
                  </a:lnTo>
                  <a:lnTo>
                    <a:pt x="1" y="7270"/>
                  </a:lnTo>
                  <a:lnTo>
                    <a:pt x="1" y="10876"/>
                  </a:lnTo>
                  <a:lnTo>
                    <a:pt x="3665" y="10876"/>
                  </a:lnTo>
                  <a:lnTo>
                    <a:pt x="3665" y="7270"/>
                  </a:lnTo>
                  <a:lnTo>
                    <a:pt x="18205" y="7270"/>
                  </a:lnTo>
                  <a:lnTo>
                    <a:pt x="18205" y="3606"/>
                  </a:lnTo>
                  <a:lnTo>
                    <a:pt x="18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8"/>
            <p:cNvSpPr/>
            <p:nvPr/>
          </p:nvSpPr>
          <p:spPr>
            <a:xfrm>
              <a:off x="953767" y="4365783"/>
              <a:ext cx="59696" cy="59696"/>
            </a:xfrm>
            <a:custGeom>
              <a:avLst/>
              <a:gdLst/>
              <a:ahLst/>
              <a:cxnLst/>
              <a:rect l="l" t="t" r="r" b="b"/>
              <a:pathLst>
                <a:path w="3607" h="3607" extrusionOk="0">
                  <a:moveTo>
                    <a:pt x="0" y="0"/>
                  </a:moveTo>
                  <a:lnTo>
                    <a:pt x="0" y="3606"/>
                  </a:lnTo>
                  <a:lnTo>
                    <a:pt x="3606" y="3606"/>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8"/>
            <p:cNvSpPr/>
            <p:nvPr/>
          </p:nvSpPr>
          <p:spPr>
            <a:xfrm>
              <a:off x="1013449" y="4425466"/>
              <a:ext cx="60656" cy="120335"/>
            </a:xfrm>
            <a:custGeom>
              <a:avLst/>
              <a:gdLst/>
              <a:ahLst/>
              <a:cxnLst/>
              <a:rect l="l" t="t" r="r" b="b"/>
              <a:pathLst>
                <a:path w="3665" h="7271" extrusionOk="0">
                  <a:moveTo>
                    <a:pt x="0" y="0"/>
                  </a:moveTo>
                  <a:lnTo>
                    <a:pt x="0" y="7271"/>
                  </a:lnTo>
                  <a:lnTo>
                    <a:pt x="3664" y="7271"/>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8"/>
            <p:cNvSpPr/>
            <p:nvPr/>
          </p:nvSpPr>
          <p:spPr>
            <a:xfrm>
              <a:off x="1074092" y="4545791"/>
              <a:ext cx="59696" cy="120335"/>
            </a:xfrm>
            <a:custGeom>
              <a:avLst/>
              <a:gdLst/>
              <a:ahLst/>
              <a:cxnLst/>
              <a:rect l="l" t="t" r="r" b="b"/>
              <a:pathLst>
                <a:path w="3607" h="7271" extrusionOk="0">
                  <a:moveTo>
                    <a:pt x="0" y="1"/>
                  </a:moveTo>
                  <a:lnTo>
                    <a:pt x="0" y="7271"/>
                  </a:lnTo>
                  <a:lnTo>
                    <a:pt x="3607" y="7271"/>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8"/>
            <p:cNvSpPr/>
            <p:nvPr/>
          </p:nvSpPr>
          <p:spPr>
            <a:xfrm>
              <a:off x="1133774" y="4666116"/>
              <a:ext cx="120335" cy="60656"/>
            </a:xfrm>
            <a:custGeom>
              <a:avLst/>
              <a:gdLst/>
              <a:ahLst/>
              <a:cxnLst/>
              <a:rect l="l" t="t" r="r" b="b"/>
              <a:pathLst>
                <a:path w="7271" h="3665" extrusionOk="0">
                  <a:moveTo>
                    <a:pt x="1" y="1"/>
                  </a:moveTo>
                  <a:lnTo>
                    <a:pt x="1" y="3665"/>
                  </a:lnTo>
                  <a:lnTo>
                    <a:pt x="7271" y="3665"/>
                  </a:lnTo>
                  <a:lnTo>
                    <a:pt x="7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8"/>
            <p:cNvSpPr/>
            <p:nvPr/>
          </p:nvSpPr>
          <p:spPr>
            <a:xfrm>
              <a:off x="1194417" y="4425466"/>
              <a:ext cx="59696" cy="120335"/>
            </a:xfrm>
            <a:custGeom>
              <a:avLst/>
              <a:gdLst/>
              <a:ahLst/>
              <a:cxnLst/>
              <a:rect l="l" t="t" r="r" b="b"/>
              <a:pathLst>
                <a:path w="3607" h="7271" extrusionOk="0">
                  <a:moveTo>
                    <a:pt x="1" y="0"/>
                  </a:moveTo>
                  <a:lnTo>
                    <a:pt x="1" y="7271"/>
                  </a:lnTo>
                  <a:lnTo>
                    <a:pt x="3607" y="7271"/>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8"/>
            <p:cNvSpPr/>
            <p:nvPr/>
          </p:nvSpPr>
          <p:spPr>
            <a:xfrm>
              <a:off x="1254099" y="4545791"/>
              <a:ext cx="60656" cy="120335"/>
            </a:xfrm>
            <a:custGeom>
              <a:avLst/>
              <a:gdLst/>
              <a:ahLst/>
              <a:cxnLst/>
              <a:rect l="l" t="t" r="r" b="b"/>
              <a:pathLst>
                <a:path w="3665" h="7271" extrusionOk="0">
                  <a:moveTo>
                    <a:pt x="1" y="1"/>
                  </a:moveTo>
                  <a:lnTo>
                    <a:pt x="1" y="7271"/>
                  </a:lnTo>
                  <a:lnTo>
                    <a:pt x="3665" y="7271"/>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8"/>
            <p:cNvSpPr/>
            <p:nvPr/>
          </p:nvSpPr>
          <p:spPr>
            <a:xfrm>
              <a:off x="893124" y="4425466"/>
              <a:ext cx="60656" cy="60656"/>
            </a:xfrm>
            <a:custGeom>
              <a:avLst/>
              <a:gdLst/>
              <a:ahLst/>
              <a:cxnLst/>
              <a:rect l="l" t="t" r="r" b="b"/>
              <a:pathLst>
                <a:path w="3665" h="3665" extrusionOk="0">
                  <a:moveTo>
                    <a:pt x="0" y="0"/>
                  </a:moveTo>
                  <a:lnTo>
                    <a:pt x="0" y="3665"/>
                  </a:lnTo>
                  <a:lnTo>
                    <a:pt x="3664" y="3665"/>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833425" y="4486108"/>
              <a:ext cx="59712" cy="59696"/>
            </a:xfrm>
            <a:custGeom>
              <a:avLst/>
              <a:gdLst/>
              <a:ahLst/>
              <a:cxnLst/>
              <a:rect l="l" t="t" r="r" b="b"/>
              <a:pathLst>
                <a:path w="3608" h="3607" extrusionOk="0">
                  <a:moveTo>
                    <a:pt x="1" y="1"/>
                  </a:moveTo>
                  <a:lnTo>
                    <a:pt x="1" y="3607"/>
                  </a:lnTo>
                  <a:lnTo>
                    <a:pt x="3607" y="3607"/>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 name="Google Shape;562;p28"/>
          <p:cNvSpPr/>
          <p:nvPr/>
        </p:nvSpPr>
        <p:spPr>
          <a:xfrm>
            <a:off x="5081256" y="4664720"/>
            <a:ext cx="262988" cy="262988"/>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26;p28">
            <a:extLst>
              <a:ext uri="{FF2B5EF4-FFF2-40B4-BE49-F238E27FC236}">
                <a16:creationId xmlns:a16="http://schemas.microsoft.com/office/drawing/2014/main" id="{37B2399A-8EAC-2036-011D-358EF1C1A759}"/>
              </a:ext>
            </a:extLst>
          </p:cNvPr>
          <p:cNvSpPr txBox="1">
            <a:spLocks/>
          </p:cNvSpPr>
          <p:nvPr/>
        </p:nvSpPr>
        <p:spPr>
          <a:xfrm>
            <a:off x="858750" y="2485424"/>
            <a:ext cx="7572150" cy="120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5200"/>
              <a:buFont typeface="Press Start 2P"/>
              <a:buNone/>
              <a:defRPr sz="4000" b="0" i="0" u="none" strike="noStrike" cap="none">
                <a:solidFill>
                  <a:schemeClr val="accent1"/>
                </a:solidFill>
                <a:latin typeface="Press Start 2P"/>
                <a:ea typeface="Press Start 2P"/>
                <a:cs typeface="Press Start 2P"/>
                <a:sym typeface="Press Start 2P"/>
              </a:defRPr>
            </a:lvl1pPr>
            <a:lvl2pPr marR="0" lvl="1"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2pPr>
            <a:lvl3pPr marR="0" lvl="2"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3pPr>
            <a:lvl4pPr marR="0" lvl="3"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4pPr>
            <a:lvl5pPr marR="0" lvl="4"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5pPr>
            <a:lvl6pPr marR="0" lvl="5"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6pPr>
            <a:lvl7pPr marR="0" lvl="6"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7pPr>
            <a:lvl8pPr marR="0" lvl="7"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8pPr>
            <a:lvl9pPr marR="0" lvl="8" algn="ctr" rtl="0">
              <a:lnSpc>
                <a:spcPct val="100000"/>
              </a:lnSpc>
              <a:spcBef>
                <a:spcPts val="0"/>
              </a:spcBef>
              <a:spcAft>
                <a:spcPts val="0"/>
              </a:spcAft>
              <a:buClr>
                <a:schemeClr val="accent1"/>
              </a:buClr>
              <a:buSzPts val="5200"/>
              <a:buFont typeface="Press Start 2P"/>
              <a:buNone/>
              <a:defRPr sz="5200" b="0" i="0" u="none" strike="noStrike" cap="none">
                <a:solidFill>
                  <a:schemeClr val="accent1"/>
                </a:solidFill>
                <a:latin typeface="Press Start 2P"/>
                <a:ea typeface="Press Start 2P"/>
                <a:cs typeface="Press Start 2P"/>
                <a:sym typeface="Press Start 2P"/>
              </a:defRPr>
            </a:lvl9pPr>
          </a:lstStyle>
          <a:p>
            <a:r>
              <a:rPr lang="en-US" sz="2400" dirty="0">
                <a:solidFill>
                  <a:schemeClr val="bg1"/>
                </a:solidFill>
              </a:rPr>
              <a:t>Final Build Reflections</a:t>
            </a:r>
          </a:p>
          <a:p>
            <a:r>
              <a:rPr lang="en-US" sz="2400" dirty="0">
                <a:solidFill>
                  <a:schemeClr val="bg1"/>
                </a:solidFill>
              </a:rPr>
              <a:t>TEAM #6</a:t>
            </a:r>
            <a:br>
              <a:rPr lang="en-US" sz="2400" dirty="0"/>
            </a:br>
            <a:endParaRPr lang="en-US" sz="2400" dirty="0"/>
          </a:p>
        </p:txBody>
      </p:sp>
      <p:pic>
        <p:nvPicPr>
          <p:cNvPr id="3074" name="Picture 2" descr="Pink Human Brain, 8 Bit Pixel Art Sticker">
            <a:extLst>
              <a:ext uri="{FF2B5EF4-FFF2-40B4-BE49-F238E27FC236}">
                <a16:creationId xmlns:a16="http://schemas.microsoft.com/office/drawing/2014/main" id="{5236E908-0081-50DC-1055-0E443EAFAB0E}"/>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607808" y="193341"/>
            <a:ext cx="823092" cy="82309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E301B96-E316-8324-876D-0A28C2392E27}"/>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947619" y="-80184"/>
            <a:ext cx="1095785" cy="1461046"/>
          </a:xfrm>
          <a:prstGeom prst="rect">
            <a:avLst/>
          </a:prstGeom>
        </p:spPr>
      </p:pic>
      <p:grpSp>
        <p:nvGrpSpPr>
          <p:cNvPr id="3" name="Google Shape;762;p34">
            <a:extLst>
              <a:ext uri="{FF2B5EF4-FFF2-40B4-BE49-F238E27FC236}">
                <a16:creationId xmlns:a16="http://schemas.microsoft.com/office/drawing/2014/main" id="{23C9DBC1-C993-83BD-F3AF-A983D0ECFEEE}"/>
              </a:ext>
            </a:extLst>
          </p:cNvPr>
          <p:cNvGrpSpPr/>
          <p:nvPr/>
        </p:nvGrpSpPr>
        <p:grpSpPr>
          <a:xfrm>
            <a:off x="249953" y="4574289"/>
            <a:ext cx="353419" cy="353419"/>
            <a:chOff x="713100" y="539400"/>
            <a:chExt cx="446575" cy="446575"/>
          </a:xfrm>
        </p:grpSpPr>
        <p:sp>
          <p:nvSpPr>
            <p:cNvPr id="5" name="Google Shape;763;p34">
              <a:extLst>
                <a:ext uri="{FF2B5EF4-FFF2-40B4-BE49-F238E27FC236}">
                  <a16:creationId xmlns:a16="http://schemas.microsoft.com/office/drawing/2014/main" id="{698C0FA8-D17B-AA36-CB4D-8B61EEBBE435}"/>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64;p34">
              <a:extLst>
                <a:ext uri="{FF2B5EF4-FFF2-40B4-BE49-F238E27FC236}">
                  <a16:creationId xmlns:a16="http://schemas.microsoft.com/office/drawing/2014/main" id="{27E7CEAE-5227-B5C4-D046-C7B1F8F28687}"/>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6" name="Google Shape;756;p34"/>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1" dirty="0"/>
              <a:t>TEAM #6 == </a:t>
            </a:r>
            <a:r>
              <a:rPr lang="en" sz="1400" b="1" dirty="0">
                <a:solidFill>
                  <a:schemeClr val="bg1"/>
                </a:solidFill>
              </a:rPr>
              <a:t>“THE 9 BYTES”_</a:t>
            </a:r>
            <a:endParaRPr sz="1400" b="1" dirty="0">
              <a:solidFill>
                <a:schemeClr val="bg1"/>
              </a:solidFill>
            </a:endParaRPr>
          </a:p>
        </p:txBody>
      </p:sp>
      <p:sp>
        <p:nvSpPr>
          <p:cNvPr id="5" name="Text Placeholder 4">
            <a:extLst>
              <a:ext uri="{FF2B5EF4-FFF2-40B4-BE49-F238E27FC236}">
                <a16:creationId xmlns:a16="http://schemas.microsoft.com/office/drawing/2014/main" id="{C99C1B37-72AC-873B-C820-BD48D5B36BE6}"/>
              </a:ext>
            </a:extLst>
          </p:cNvPr>
          <p:cNvSpPr>
            <a:spLocks noGrp="1"/>
          </p:cNvSpPr>
          <p:nvPr>
            <p:ph type="body" idx="1"/>
          </p:nvPr>
        </p:nvSpPr>
        <p:spPr>
          <a:xfrm>
            <a:off x="713100" y="1296082"/>
            <a:ext cx="7717800" cy="2985600"/>
          </a:xfrm>
        </p:spPr>
        <p:txBody>
          <a:bodyPr/>
          <a:lstStyle/>
          <a:p>
            <a:pPr marL="139700" indent="0">
              <a:buNone/>
            </a:pPr>
            <a:r>
              <a:rPr lang="en-US" b="1" u="sng" dirty="0">
                <a:solidFill>
                  <a:schemeClr val="accent5"/>
                </a:solidFill>
              </a:rPr>
              <a:t>Team 6 – “The 9 Bytes”</a:t>
            </a:r>
          </a:p>
          <a:p>
            <a:r>
              <a:rPr lang="en-US" dirty="0"/>
              <a:t>Alberto Villegas, </a:t>
            </a:r>
            <a:r>
              <a:rPr lang="en-US" dirty="0">
                <a:solidFill>
                  <a:schemeClr val="bg1"/>
                </a:solidFill>
              </a:rPr>
              <a:t>Quality Manager/Programmer </a:t>
            </a:r>
          </a:p>
          <a:p>
            <a:r>
              <a:rPr lang="en-US" dirty="0"/>
              <a:t>Brian Mata, </a:t>
            </a:r>
            <a:r>
              <a:rPr lang="en-US" dirty="0">
                <a:solidFill>
                  <a:schemeClr val="bg1"/>
                </a:solidFill>
              </a:rPr>
              <a:t>Dataflow &amp; Business Manager/Programmer</a:t>
            </a:r>
          </a:p>
          <a:p>
            <a:r>
              <a:rPr lang="en-US" dirty="0"/>
              <a:t>Christian Garcia, </a:t>
            </a:r>
            <a:r>
              <a:rPr lang="en-US" dirty="0">
                <a:solidFill>
                  <a:schemeClr val="bg1"/>
                </a:solidFill>
              </a:rPr>
              <a:t>Quality Manager/V&amp;V</a:t>
            </a:r>
          </a:p>
          <a:p>
            <a:r>
              <a:rPr lang="en-US" dirty="0"/>
              <a:t>Christian Revilla, </a:t>
            </a:r>
            <a:r>
              <a:rPr lang="en-US" dirty="0">
                <a:solidFill>
                  <a:schemeClr val="bg1"/>
                </a:solidFill>
              </a:rPr>
              <a:t>Analysis Manager/Programmer</a:t>
            </a:r>
          </a:p>
          <a:p>
            <a:r>
              <a:rPr lang="en-US" dirty="0"/>
              <a:t>Gilbert Guzman, </a:t>
            </a:r>
            <a:r>
              <a:rPr lang="en-US" dirty="0">
                <a:solidFill>
                  <a:schemeClr val="bg1"/>
                </a:solidFill>
              </a:rPr>
              <a:t>Team Lead/Analyst</a:t>
            </a:r>
          </a:p>
          <a:p>
            <a:r>
              <a:rPr lang="en-US" dirty="0"/>
              <a:t>Janelle Guzman, </a:t>
            </a:r>
            <a:r>
              <a:rPr lang="en-US" dirty="0">
                <a:solidFill>
                  <a:schemeClr val="bg1"/>
                </a:solidFill>
              </a:rPr>
              <a:t>Customer Interface Manager/Designer </a:t>
            </a:r>
          </a:p>
          <a:p>
            <a:r>
              <a:rPr lang="en-US" dirty="0"/>
              <a:t>Jose Luis Rojas, </a:t>
            </a:r>
            <a:r>
              <a:rPr lang="en-US" dirty="0">
                <a:solidFill>
                  <a:schemeClr val="bg1"/>
                </a:solidFill>
              </a:rPr>
              <a:t>Behavior Model Manager/Designer</a:t>
            </a:r>
          </a:p>
          <a:p>
            <a:r>
              <a:rPr lang="en-US" dirty="0"/>
              <a:t>Kimberly Kocian, </a:t>
            </a:r>
            <a:r>
              <a:rPr lang="en-US" dirty="0">
                <a:solidFill>
                  <a:schemeClr val="bg1"/>
                </a:solidFill>
              </a:rPr>
              <a:t>Support Manager/V&amp;V</a:t>
            </a:r>
          </a:p>
          <a:p>
            <a:r>
              <a:rPr lang="en-US" dirty="0"/>
              <a:t>Luis Sanchez, </a:t>
            </a:r>
            <a:r>
              <a:rPr lang="en-US" dirty="0">
                <a:solidFill>
                  <a:schemeClr val="bg1"/>
                </a:solidFill>
              </a:rPr>
              <a:t>Planning Manager/Analyst </a:t>
            </a:r>
            <a:r>
              <a:rPr lang="en-US" dirty="0"/>
              <a:t> </a:t>
            </a:r>
          </a:p>
          <a:p>
            <a:endParaRPr lang="en-US" dirty="0">
              <a:solidFill>
                <a:schemeClr val="accent5"/>
              </a:solidFill>
            </a:endParaRPr>
          </a:p>
          <a:p>
            <a:pPr marL="139700" indent="0">
              <a:buNone/>
            </a:pPr>
            <a:r>
              <a:rPr lang="en-US" b="1" u="sng" dirty="0">
                <a:solidFill>
                  <a:schemeClr val="accent5"/>
                </a:solidFill>
              </a:rPr>
              <a:t>Guidance Team</a:t>
            </a:r>
          </a:p>
          <a:p>
            <a:r>
              <a:rPr lang="en-US" dirty="0"/>
              <a:t>Dr. </a:t>
            </a:r>
            <a:r>
              <a:rPr lang="en-US" dirty="0" err="1"/>
              <a:t>Salamah</a:t>
            </a:r>
            <a:r>
              <a:rPr lang="en-US" dirty="0"/>
              <a:t> </a:t>
            </a:r>
            <a:r>
              <a:rPr lang="en-US" dirty="0" err="1"/>
              <a:t>Salamah</a:t>
            </a:r>
            <a:r>
              <a:rPr lang="en-US" dirty="0"/>
              <a:t> – </a:t>
            </a:r>
            <a:r>
              <a:rPr lang="en-US" dirty="0">
                <a:solidFill>
                  <a:schemeClr val="bg1"/>
                </a:solidFill>
              </a:rPr>
              <a:t>Manager &amp; Lead Instructor</a:t>
            </a:r>
          </a:p>
          <a:p>
            <a:r>
              <a:rPr lang="en-US" dirty="0"/>
              <a:t>Mr. Scott R. Ledford - </a:t>
            </a:r>
            <a:r>
              <a:rPr lang="en-US" dirty="0">
                <a:solidFill>
                  <a:schemeClr val="bg1"/>
                </a:solidFill>
              </a:rPr>
              <a:t>TA</a:t>
            </a:r>
          </a:p>
          <a:p>
            <a:r>
              <a:rPr lang="en-US" dirty="0"/>
              <a:t>Ms. Consuelo Ramirez – </a:t>
            </a:r>
            <a:r>
              <a:rPr lang="en-US" dirty="0">
                <a:solidFill>
                  <a:schemeClr val="bg1"/>
                </a:solidFill>
              </a:rPr>
              <a:t>TA</a:t>
            </a:r>
          </a:p>
        </p:txBody>
      </p:sp>
      <p:grpSp>
        <p:nvGrpSpPr>
          <p:cNvPr id="762" name="Google Shape;762;p34"/>
          <p:cNvGrpSpPr/>
          <p:nvPr/>
        </p:nvGrpSpPr>
        <p:grpSpPr>
          <a:xfrm>
            <a:off x="7310172" y="2878290"/>
            <a:ext cx="353419" cy="353419"/>
            <a:chOff x="713100" y="539400"/>
            <a:chExt cx="446575" cy="446575"/>
          </a:xfrm>
        </p:grpSpPr>
        <p:sp>
          <p:nvSpPr>
            <p:cNvPr id="763" name="Google Shape;763;p34"/>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4"/>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34"/>
          <p:cNvGrpSpPr/>
          <p:nvPr/>
        </p:nvGrpSpPr>
        <p:grpSpPr>
          <a:xfrm>
            <a:off x="8172400" y="4212163"/>
            <a:ext cx="223897" cy="223875"/>
            <a:chOff x="5557700" y="413400"/>
            <a:chExt cx="223897" cy="223875"/>
          </a:xfrm>
        </p:grpSpPr>
        <p:sp>
          <p:nvSpPr>
            <p:cNvPr id="766" name="Google Shape;766;p3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769;p34"/>
          <p:cNvGrpSpPr/>
          <p:nvPr/>
        </p:nvGrpSpPr>
        <p:grpSpPr>
          <a:xfrm>
            <a:off x="341911" y="1236995"/>
            <a:ext cx="223897" cy="223875"/>
            <a:chOff x="5557700" y="413400"/>
            <a:chExt cx="223897" cy="223875"/>
          </a:xfrm>
        </p:grpSpPr>
        <p:sp>
          <p:nvSpPr>
            <p:cNvPr id="770" name="Google Shape;770;p3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34"/>
          <p:cNvGrpSpPr/>
          <p:nvPr/>
        </p:nvGrpSpPr>
        <p:grpSpPr>
          <a:xfrm>
            <a:off x="4251850" y="4212163"/>
            <a:ext cx="223897" cy="223875"/>
            <a:chOff x="5557700" y="413400"/>
            <a:chExt cx="223897" cy="223875"/>
          </a:xfrm>
        </p:grpSpPr>
        <p:sp>
          <p:nvSpPr>
            <p:cNvPr id="774" name="Google Shape;774;p34"/>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4"/>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4"/>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descr="A yellow and black pixelated text&#10;&#10;Description automatically generated">
            <a:extLst>
              <a:ext uri="{FF2B5EF4-FFF2-40B4-BE49-F238E27FC236}">
                <a16:creationId xmlns:a16="http://schemas.microsoft.com/office/drawing/2014/main" id="{B4CA5D46-B914-A674-DE06-8927BD450647}"/>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5300"/>
                    </a14:imgEffect>
                    <a14:imgEffect>
                      <a14:saturation sat="0"/>
                    </a14:imgEffect>
                    <a14:imgEffect>
                      <a14:brightnessContrast bright="20000"/>
                    </a14:imgEffect>
                  </a14:imgLayer>
                </a14:imgProps>
              </a:ext>
            </a:extLst>
          </a:blip>
          <a:stretch>
            <a:fillRect/>
          </a:stretch>
        </p:blipFill>
        <p:spPr>
          <a:xfrm>
            <a:off x="6756986" y="3799113"/>
            <a:ext cx="2104240" cy="1049973"/>
          </a:xfrm>
          <a:prstGeom prst="rect">
            <a:avLst/>
          </a:prstGeom>
          <a:ln w="57150">
            <a:solidFill>
              <a:schemeClr val="bg2"/>
            </a:solidFill>
          </a:ln>
        </p:spPr>
      </p:pic>
      <p:sp>
        <p:nvSpPr>
          <p:cNvPr id="7" name="Text Placeholder 2">
            <a:extLst>
              <a:ext uri="{FF2B5EF4-FFF2-40B4-BE49-F238E27FC236}">
                <a16:creationId xmlns:a16="http://schemas.microsoft.com/office/drawing/2014/main" id="{BB45B554-0E9D-C4AC-6B94-CA9A87E9BB80}"/>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3">
          <a:extLst>
            <a:ext uri="{FF2B5EF4-FFF2-40B4-BE49-F238E27FC236}">
              <a16:creationId xmlns:a16="http://schemas.microsoft.com/office/drawing/2014/main" id="{23B8ABE7-C1CA-CA9B-D606-72A3E701F737}"/>
            </a:ext>
          </a:extLst>
        </p:cNvPr>
        <p:cNvGrpSpPr/>
        <p:nvPr/>
      </p:nvGrpSpPr>
      <p:grpSpPr>
        <a:xfrm>
          <a:off x="0" y="0"/>
          <a:ext cx="0" cy="0"/>
          <a:chOff x="0" y="0"/>
          <a:chExt cx="0" cy="0"/>
        </a:xfrm>
      </p:grpSpPr>
      <p:sp>
        <p:nvSpPr>
          <p:cNvPr id="756" name="Google Shape;756;p34">
            <a:extLst>
              <a:ext uri="{FF2B5EF4-FFF2-40B4-BE49-F238E27FC236}">
                <a16:creationId xmlns:a16="http://schemas.microsoft.com/office/drawing/2014/main" id="{97D8458B-D99F-2816-2225-E8D3AD0BC7CA}"/>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4">
            <a:extLst>
              <a:ext uri="{FF2B5EF4-FFF2-40B4-BE49-F238E27FC236}">
                <a16:creationId xmlns:a16="http://schemas.microsoft.com/office/drawing/2014/main" id="{C4684124-F7C0-30E3-14D5-623EF4299C33}"/>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1" dirty="0"/>
              <a:t>CUSTOMERS == </a:t>
            </a:r>
            <a:r>
              <a:rPr lang="en" sz="1400" b="1" dirty="0">
                <a:solidFill>
                  <a:schemeClr val="bg1"/>
                </a:solidFill>
              </a:rPr>
              <a:t>“DEVCOM”_</a:t>
            </a:r>
            <a:endParaRPr sz="1400" b="1" dirty="0">
              <a:solidFill>
                <a:schemeClr val="bg1"/>
              </a:solidFill>
            </a:endParaRPr>
          </a:p>
        </p:txBody>
      </p:sp>
      <p:sp>
        <p:nvSpPr>
          <p:cNvPr id="5" name="Text Placeholder 4">
            <a:extLst>
              <a:ext uri="{FF2B5EF4-FFF2-40B4-BE49-F238E27FC236}">
                <a16:creationId xmlns:a16="http://schemas.microsoft.com/office/drawing/2014/main" id="{56EBD3B0-9462-D6F2-E747-905091A7C40C}"/>
              </a:ext>
            </a:extLst>
          </p:cNvPr>
          <p:cNvSpPr>
            <a:spLocks noGrp="1"/>
          </p:cNvSpPr>
          <p:nvPr>
            <p:ph type="body" idx="1"/>
          </p:nvPr>
        </p:nvSpPr>
        <p:spPr>
          <a:xfrm>
            <a:off x="713100" y="1296082"/>
            <a:ext cx="7717800" cy="2985600"/>
          </a:xfrm>
        </p:spPr>
        <p:txBody>
          <a:bodyPr/>
          <a:lstStyle/>
          <a:p>
            <a:pPr marL="139700" indent="0">
              <a:buNone/>
            </a:pPr>
            <a:r>
              <a:rPr lang="en-US" b="1" u="sng" dirty="0">
                <a:solidFill>
                  <a:schemeClr val="accent5"/>
                </a:solidFill>
              </a:rPr>
              <a:t>Data Analysis Center’s Cyber Experimentation &amp; Analysis Division</a:t>
            </a:r>
          </a:p>
          <a:p>
            <a:r>
              <a:rPr lang="en-US" dirty="0"/>
              <a:t>Mr. Sebastian </a:t>
            </a:r>
            <a:r>
              <a:rPr lang="en-US" dirty="0">
                <a:solidFill>
                  <a:schemeClr val="bg1"/>
                </a:solidFill>
              </a:rPr>
              <a:t>Quinones</a:t>
            </a:r>
          </a:p>
          <a:p>
            <a:r>
              <a:rPr lang="en-US" dirty="0"/>
              <a:t>Ms. Diana </a:t>
            </a:r>
            <a:r>
              <a:rPr lang="en-US" dirty="0">
                <a:solidFill>
                  <a:schemeClr val="bg1"/>
                </a:solidFill>
              </a:rPr>
              <a:t>Ramirez</a:t>
            </a:r>
          </a:p>
          <a:p>
            <a:r>
              <a:rPr lang="en-US" dirty="0"/>
              <a:t>Mr. Timothy </a:t>
            </a:r>
            <a:r>
              <a:rPr lang="en-US" dirty="0">
                <a:solidFill>
                  <a:schemeClr val="bg1"/>
                </a:solidFill>
              </a:rPr>
              <a:t>Hannan</a:t>
            </a:r>
          </a:p>
          <a:p>
            <a:r>
              <a:rPr lang="en-US" dirty="0"/>
              <a:t>Ms. Lucia </a:t>
            </a:r>
            <a:r>
              <a:rPr lang="en-US" dirty="0">
                <a:solidFill>
                  <a:schemeClr val="bg1"/>
                </a:solidFill>
              </a:rPr>
              <a:t>Rodriguez-</a:t>
            </a:r>
            <a:r>
              <a:rPr lang="en-US" dirty="0" err="1">
                <a:solidFill>
                  <a:schemeClr val="bg1"/>
                </a:solidFill>
              </a:rPr>
              <a:t>Melgoza</a:t>
            </a:r>
            <a:endParaRPr lang="en-US" dirty="0">
              <a:solidFill>
                <a:schemeClr val="bg1"/>
              </a:solidFill>
            </a:endParaRPr>
          </a:p>
          <a:p>
            <a:r>
              <a:rPr lang="en-US" dirty="0"/>
              <a:t>Mr. Thomas </a:t>
            </a:r>
            <a:r>
              <a:rPr lang="en-US" dirty="0">
                <a:solidFill>
                  <a:schemeClr val="bg1"/>
                </a:solidFill>
              </a:rPr>
              <a:t>Tenorio</a:t>
            </a:r>
          </a:p>
          <a:p>
            <a:r>
              <a:rPr lang="en-US" dirty="0"/>
              <a:t>Ms. Miriam </a:t>
            </a:r>
            <a:r>
              <a:rPr lang="en-US" dirty="0" err="1">
                <a:solidFill>
                  <a:schemeClr val="bg1"/>
                </a:solidFill>
              </a:rPr>
              <a:t>Olague</a:t>
            </a:r>
            <a:endParaRPr lang="en-US" dirty="0">
              <a:solidFill>
                <a:schemeClr val="bg1"/>
              </a:solidFill>
            </a:endParaRPr>
          </a:p>
          <a:p>
            <a:endParaRPr lang="en-US" dirty="0">
              <a:solidFill>
                <a:schemeClr val="bg1"/>
              </a:solidFill>
            </a:endParaRPr>
          </a:p>
        </p:txBody>
      </p:sp>
      <p:grpSp>
        <p:nvGrpSpPr>
          <p:cNvPr id="762" name="Google Shape;762;p34">
            <a:extLst>
              <a:ext uri="{FF2B5EF4-FFF2-40B4-BE49-F238E27FC236}">
                <a16:creationId xmlns:a16="http://schemas.microsoft.com/office/drawing/2014/main" id="{2D3D1563-3F1B-5A5A-8856-D9D1BEFE8450}"/>
              </a:ext>
            </a:extLst>
          </p:cNvPr>
          <p:cNvGrpSpPr/>
          <p:nvPr/>
        </p:nvGrpSpPr>
        <p:grpSpPr>
          <a:xfrm>
            <a:off x="7310172" y="2878290"/>
            <a:ext cx="353419" cy="353419"/>
            <a:chOff x="713100" y="539400"/>
            <a:chExt cx="446575" cy="446575"/>
          </a:xfrm>
        </p:grpSpPr>
        <p:sp>
          <p:nvSpPr>
            <p:cNvPr id="763" name="Google Shape;763;p34">
              <a:extLst>
                <a:ext uri="{FF2B5EF4-FFF2-40B4-BE49-F238E27FC236}">
                  <a16:creationId xmlns:a16="http://schemas.microsoft.com/office/drawing/2014/main" id="{FACFAF10-DF2F-EF96-304A-C8A174E01A20}"/>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4">
              <a:extLst>
                <a:ext uri="{FF2B5EF4-FFF2-40B4-BE49-F238E27FC236}">
                  <a16:creationId xmlns:a16="http://schemas.microsoft.com/office/drawing/2014/main" id="{6632407E-0BC1-2816-0C8D-7AE20EF00F0B}"/>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34">
            <a:extLst>
              <a:ext uri="{FF2B5EF4-FFF2-40B4-BE49-F238E27FC236}">
                <a16:creationId xmlns:a16="http://schemas.microsoft.com/office/drawing/2014/main" id="{56E1B335-F48E-B919-BE86-A159E238EC12}"/>
              </a:ext>
            </a:extLst>
          </p:cNvPr>
          <p:cNvGrpSpPr/>
          <p:nvPr/>
        </p:nvGrpSpPr>
        <p:grpSpPr>
          <a:xfrm>
            <a:off x="8172400" y="4212163"/>
            <a:ext cx="223897" cy="223875"/>
            <a:chOff x="5557700" y="413400"/>
            <a:chExt cx="223897" cy="223875"/>
          </a:xfrm>
        </p:grpSpPr>
        <p:sp>
          <p:nvSpPr>
            <p:cNvPr id="766" name="Google Shape;766;p34">
              <a:extLst>
                <a:ext uri="{FF2B5EF4-FFF2-40B4-BE49-F238E27FC236}">
                  <a16:creationId xmlns:a16="http://schemas.microsoft.com/office/drawing/2014/main" id="{9AF18072-1CED-611B-FA02-5DF9FAED4C15}"/>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4">
              <a:extLst>
                <a:ext uri="{FF2B5EF4-FFF2-40B4-BE49-F238E27FC236}">
                  <a16:creationId xmlns:a16="http://schemas.microsoft.com/office/drawing/2014/main" id="{A6DA61E9-8748-65BF-7A75-FB058504EE22}"/>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4">
              <a:extLst>
                <a:ext uri="{FF2B5EF4-FFF2-40B4-BE49-F238E27FC236}">
                  <a16:creationId xmlns:a16="http://schemas.microsoft.com/office/drawing/2014/main" id="{8C436774-CF69-953C-A819-4BFD06F50F5C}"/>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769;p34">
            <a:extLst>
              <a:ext uri="{FF2B5EF4-FFF2-40B4-BE49-F238E27FC236}">
                <a16:creationId xmlns:a16="http://schemas.microsoft.com/office/drawing/2014/main" id="{0B2E91A6-DF2C-4312-9BBA-159C82ECE3C8}"/>
              </a:ext>
            </a:extLst>
          </p:cNvPr>
          <p:cNvGrpSpPr/>
          <p:nvPr/>
        </p:nvGrpSpPr>
        <p:grpSpPr>
          <a:xfrm>
            <a:off x="1117072" y="3249393"/>
            <a:ext cx="223897" cy="223875"/>
            <a:chOff x="5557700" y="413400"/>
            <a:chExt cx="223897" cy="223875"/>
          </a:xfrm>
        </p:grpSpPr>
        <p:sp>
          <p:nvSpPr>
            <p:cNvPr id="770" name="Google Shape;770;p34">
              <a:extLst>
                <a:ext uri="{FF2B5EF4-FFF2-40B4-BE49-F238E27FC236}">
                  <a16:creationId xmlns:a16="http://schemas.microsoft.com/office/drawing/2014/main" id="{A016698E-83B3-011C-D7CE-72826EBE963D}"/>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4">
              <a:extLst>
                <a:ext uri="{FF2B5EF4-FFF2-40B4-BE49-F238E27FC236}">
                  <a16:creationId xmlns:a16="http://schemas.microsoft.com/office/drawing/2014/main" id="{907FFCFF-F811-BB59-E168-66791F54FA1D}"/>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4">
              <a:extLst>
                <a:ext uri="{FF2B5EF4-FFF2-40B4-BE49-F238E27FC236}">
                  <a16:creationId xmlns:a16="http://schemas.microsoft.com/office/drawing/2014/main" id="{45090FDA-6C9B-EFA1-47F0-7ABB8027F98B}"/>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34">
            <a:extLst>
              <a:ext uri="{FF2B5EF4-FFF2-40B4-BE49-F238E27FC236}">
                <a16:creationId xmlns:a16="http://schemas.microsoft.com/office/drawing/2014/main" id="{F96EA3B6-7562-5A58-E68C-FAC9B51062D7}"/>
              </a:ext>
            </a:extLst>
          </p:cNvPr>
          <p:cNvGrpSpPr/>
          <p:nvPr/>
        </p:nvGrpSpPr>
        <p:grpSpPr>
          <a:xfrm>
            <a:off x="4251850" y="4212163"/>
            <a:ext cx="223897" cy="223875"/>
            <a:chOff x="5557700" y="413400"/>
            <a:chExt cx="223897" cy="223875"/>
          </a:xfrm>
        </p:grpSpPr>
        <p:sp>
          <p:nvSpPr>
            <p:cNvPr id="774" name="Google Shape;774;p34">
              <a:extLst>
                <a:ext uri="{FF2B5EF4-FFF2-40B4-BE49-F238E27FC236}">
                  <a16:creationId xmlns:a16="http://schemas.microsoft.com/office/drawing/2014/main" id="{B11EA480-8C74-FD55-0D5F-47FDB2F851F8}"/>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4">
              <a:extLst>
                <a:ext uri="{FF2B5EF4-FFF2-40B4-BE49-F238E27FC236}">
                  <a16:creationId xmlns:a16="http://schemas.microsoft.com/office/drawing/2014/main" id="{7C226061-937E-4D76-591F-6138AA737DFA}"/>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4">
              <a:extLst>
                <a:ext uri="{FF2B5EF4-FFF2-40B4-BE49-F238E27FC236}">
                  <a16:creationId xmlns:a16="http://schemas.microsoft.com/office/drawing/2014/main" id="{1C24EC4B-0B64-40F1-37AE-03BF93E3EAF0}"/>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2" descr="DEVCOM Army Research Laboratory">
            <a:extLst>
              <a:ext uri="{FF2B5EF4-FFF2-40B4-BE49-F238E27FC236}">
                <a16:creationId xmlns:a16="http://schemas.microsoft.com/office/drawing/2014/main" id="{4493E904-B6C3-64F0-D704-AF9A4F5E5A34}"/>
              </a:ext>
            </a:extLst>
          </p:cNvPr>
          <p:cNvPicPr>
            <a:picLocks noChangeAspect="1" noChangeArrowheads="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944558" y="3361331"/>
            <a:ext cx="2995080" cy="1532249"/>
          </a:xfrm>
          <a:prstGeom prst="rect">
            <a:avLst/>
          </a:prstGeom>
          <a:noFill/>
          <a:ln w="57150">
            <a:solidFill>
              <a:schemeClr val="bg2"/>
            </a:solidFill>
          </a:ln>
          <a:extLst>
            <a:ext uri="{909E8E84-426E-40DD-AFC4-6F175D3DCCD1}">
              <a14:hiddenFill xmlns:a14="http://schemas.microsoft.com/office/drawing/2010/main">
                <a:solidFill>
                  <a:srgbClr val="FFFFFF"/>
                </a:solidFill>
              </a14:hiddenFill>
            </a:ext>
          </a:extLst>
        </p:spPr>
      </p:pic>
      <p:pic>
        <p:nvPicPr>
          <p:cNvPr id="1026" name="Picture 2" descr="Premium Vector | Pixel art medal icon for 8bit game on white background">
            <a:extLst>
              <a:ext uri="{FF2B5EF4-FFF2-40B4-BE49-F238E27FC236}">
                <a16:creationId xmlns:a16="http://schemas.microsoft.com/office/drawing/2014/main" id="{6B30CCEB-8D3F-EECA-3062-2B167C4D2D69}"/>
              </a:ext>
            </a:extLst>
          </p:cNvPr>
          <p:cNvPicPr>
            <a:picLocks noChangeAspect="1" noChangeArrowheads="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backgroundRemoval t="2875" b="94569" l="5734" r="94604">
                        <a14:foregroundMark x1="12648" y1="14058" x2="39629" y2="9585"/>
                        <a14:foregroundMark x1="39629" y1="9585" x2="90556" y2="13099"/>
                        <a14:foregroundMark x1="43508" y1="6230" x2="61551" y2="6390"/>
                        <a14:foregroundMark x1="7251" y1="12141" x2="5734" y2="15655"/>
                        <a14:foregroundMark x1="94098" y1="12141" x2="94604" y2="16294"/>
                        <a14:foregroundMark x1="64755" y1="86102" x2="54469" y2="92652"/>
                        <a14:foregroundMark x1="54469" y1="92652" x2="39123" y2="92332"/>
                        <a14:foregroundMark x1="39123" y1="92332" x2="35919" y2="89137"/>
                        <a14:foregroundMark x1="51096" y1="94569" x2="47723" y2="93930"/>
                        <a14:foregroundMark x1="46037" y1="3514" x2="49073" y2="2875"/>
                      </a14:backgroundRemoval>
                    </a14:imgEffect>
                  </a14:imgLayer>
                </a14:imgProps>
              </a:ext>
              <a:ext uri="{28A0092B-C50C-407E-A947-70E740481C1C}">
                <a14:useLocalDpi xmlns:a14="http://schemas.microsoft.com/office/drawing/2010/main" val="0"/>
              </a:ext>
            </a:extLst>
          </a:blip>
          <a:srcRect/>
          <a:stretch>
            <a:fillRect/>
          </a:stretch>
        </p:blipFill>
        <p:spPr bwMode="auto">
          <a:xfrm>
            <a:off x="2097024" y="500345"/>
            <a:ext cx="473117" cy="499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2392DBA0-4F09-C80D-ECF5-8581A53DB83D}"/>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7"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1323129110"/>
      </p:ext>
    </p:extLst>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31"/>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a:t>
            </a:r>
            <a:r>
              <a:rPr lang="en" dirty="0">
                <a:solidFill>
                  <a:schemeClr val="bg1"/>
                </a:solidFill>
              </a:rPr>
              <a:t>CONTENTS_</a:t>
            </a:r>
            <a:endParaRPr dirty="0">
              <a:solidFill>
                <a:schemeClr val="bg1"/>
              </a:solidFill>
            </a:endParaRPr>
          </a:p>
        </p:txBody>
      </p:sp>
      <p:sp>
        <p:nvSpPr>
          <p:cNvPr id="602" name="Google Shape;602;p31"/>
          <p:cNvSpPr txBox="1">
            <a:spLocks noGrp="1"/>
          </p:cNvSpPr>
          <p:nvPr>
            <p:ph type="subTitle" idx="1"/>
          </p:nvPr>
        </p:nvSpPr>
        <p:spPr>
          <a:xfrm>
            <a:off x="1004682" y="1948573"/>
            <a:ext cx="2936100" cy="69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u="sng" dirty="0">
                <a:solidFill>
                  <a:schemeClr val="accent5"/>
                </a:solidFill>
              </a:rPr>
              <a:t>Quick Recap of INFILTR8</a:t>
            </a:r>
          </a:p>
          <a:p>
            <a:pPr marL="171450" lvl="0" indent="-171450" algn="l" rtl="0">
              <a:spcBef>
                <a:spcPts val="0"/>
              </a:spcBef>
              <a:spcAft>
                <a:spcPts val="0"/>
              </a:spcAft>
              <a:buFont typeface="Wingdings" panose="05000000000000000000" pitchFamily="2" charset="2"/>
              <a:buChar char="§"/>
            </a:pPr>
            <a:r>
              <a:rPr lang="en" sz="1200" dirty="0"/>
              <a:t>What is INFILTR8’s </a:t>
            </a:r>
            <a:r>
              <a:rPr lang="en" sz="1200" dirty="0">
                <a:solidFill>
                  <a:schemeClr val="bg1"/>
                </a:solidFill>
              </a:rPr>
              <a:t>PURPOSE</a:t>
            </a:r>
            <a:r>
              <a:rPr lang="en" sz="1200" dirty="0"/>
              <a:t>?</a:t>
            </a:r>
          </a:p>
          <a:p>
            <a:pPr marL="171450" lvl="0" indent="-171450" algn="l" rtl="0">
              <a:spcBef>
                <a:spcPts val="0"/>
              </a:spcBef>
              <a:spcAft>
                <a:spcPts val="0"/>
              </a:spcAft>
              <a:buFont typeface="Wingdings" panose="05000000000000000000" pitchFamily="2" charset="2"/>
              <a:buChar char="§"/>
            </a:pPr>
            <a:r>
              <a:rPr lang="en" sz="1200" dirty="0"/>
              <a:t>What was our </a:t>
            </a:r>
            <a:r>
              <a:rPr lang="en" sz="1200" dirty="0">
                <a:solidFill>
                  <a:schemeClr val="bg1"/>
                </a:solidFill>
              </a:rPr>
              <a:t>PLAN</a:t>
            </a:r>
            <a:r>
              <a:rPr lang="en" sz="1200" dirty="0"/>
              <a:t> for its Development?</a:t>
            </a:r>
          </a:p>
          <a:p>
            <a:pPr marL="171450" lvl="0" indent="-171450" algn="l" rtl="0">
              <a:spcBef>
                <a:spcPts val="0"/>
              </a:spcBef>
              <a:spcAft>
                <a:spcPts val="0"/>
              </a:spcAft>
              <a:buFont typeface="Wingdings" panose="05000000000000000000" pitchFamily="2" charset="2"/>
              <a:buChar char="§"/>
            </a:pPr>
            <a:endParaRPr sz="1200" dirty="0"/>
          </a:p>
        </p:txBody>
      </p:sp>
      <p:sp>
        <p:nvSpPr>
          <p:cNvPr id="603" name="Google Shape;603;p31"/>
          <p:cNvSpPr txBox="1">
            <a:spLocks noGrp="1"/>
          </p:cNvSpPr>
          <p:nvPr>
            <p:ph type="subTitle" idx="2"/>
          </p:nvPr>
        </p:nvSpPr>
        <p:spPr>
          <a:xfrm>
            <a:off x="1005128" y="1569854"/>
            <a:ext cx="4601668"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bg1"/>
                </a:solidFill>
              </a:rPr>
              <a:t>PROJECT DESCRIPTION_</a:t>
            </a:r>
            <a:endParaRPr sz="1400" dirty="0">
              <a:solidFill>
                <a:schemeClr val="bg1"/>
              </a:solidFill>
            </a:endParaRPr>
          </a:p>
        </p:txBody>
      </p:sp>
      <p:sp>
        <p:nvSpPr>
          <p:cNvPr id="605" name="Google Shape;605;p31"/>
          <p:cNvSpPr txBox="1">
            <a:spLocks noGrp="1"/>
          </p:cNvSpPr>
          <p:nvPr>
            <p:ph type="subTitle" idx="4"/>
          </p:nvPr>
        </p:nvSpPr>
        <p:spPr>
          <a:xfrm>
            <a:off x="1005128" y="3016458"/>
            <a:ext cx="3372314"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bg1"/>
                </a:solidFill>
              </a:rPr>
              <a:t>DEMO VIDEO_</a:t>
            </a:r>
            <a:endParaRPr sz="1400" dirty="0">
              <a:solidFill>
                <a:schemeClr val="bg1"/>
              </a:solidFill>
            </a:endParaRPr>
          </a:p>
        </p:txBody>
      </p:sp>
      <p:sp>
        <p:nvSpPr>
          <p:cNvPr id="607" name="Google Shape;607;p31"/>
          <p:cNvSpPr txBox="1">
            <a:spLocks noGrp="1"/>
          </p:cNvSpPr>
          <p:nvPr>
            <p:ph type="subTitle" idx="6"/>
          </p:nvPr>
        </p:nvSpPr>
        <p:spPr>
          <a:xfrm>
            <a:off x="5887414" y="1569854"/>
            <a:ext cx="2936100"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bg1"/>
                </a:solidFill>
              </a:rPr>
              <a:t>SITE FUNCTIONS_</a:t>
            </a:r>
            <a:endParaRPr sz="1400" dirty="0">
              <a:solidFill>
                <a:schemeClr val="bg1"/>
              </a:solidFill>
            </a:endParaRPr>
          </a:p>
        </p:txBody>
      </p:sp>
      <p:sp>
        <p:nvSpPr>
          <p:cNvPr id="609" name="Google Shape;609;p31"/>
          <p:cNvSpPr txBox="1">
            <a:spLocks noGrp="1"/>
          </p:cNvSpPr>
          <p:nvPr>
            <p:ph type="subTitle" idx="8"/>
          </p:nvPr>
        </p:nvSpPr>
        <p:spPr>
          <a:xfrm>
            <a:off x="5887414" y="3016458"/>
            <a:ext cx="2936100"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bg1"/>
                </a:solidFill>
              </a:rPr>
              <a:t>CONCLUSIONS_</a:t>
            </a:r>
            <a:endParaRPr sz="1400" dirty="0">
              <a:solidFill>
                <a:schemeClr val="bg1"/>
              </a:solidFill>
            </a:endParaRPr>
          </a:p>
        </p:txBody>
      </p:sp>
      <p:sp>
        <p:nvSpPr>
          <p:cNvPr id="610" name="Google Shape;610;p31"/>
          <p:cNvSpPr txBox="1">
            <a:spLocks noGrp="1"/>
          </p:cNvSpPr>
          <p:nvPr>
            <p:ph type="title" idx="9"/>
          </p:nvPr>
        </p:nvSpPr>
        <p:spPr>
          <a:xfrm>
            <a:off x="299085" y="1569100"/>
            <a:ext cx="796500" cy="390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400" dirty="0"/>
              <a:t>[1]</a:t>
            </a:r>
            <a:endParaRPr sz="1400" dirty="0"/>
          </a:p>
        </p:txBody>
      </p:sp>
      <p:sp>
        <p:nvSpPr>
          <p:cNvPr id="611" name="Google Shape;611;p31"/>
          <p:cNvSpPr txBox="1">
            <a:spLocks noGrp="1"/>
          </p:cNvSpPr>
          <p:nvPr>
            <p:ph type="title" idx="13"/>
          </p:nvPr>
        </p:nvSpPr>
        <p:spPr>
          <a:xfrm>
            <a:off x="293270" y="3016467"/>
            <a:ext cx="796500" cy="390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400" dirty="0"/>
              <a:t>[3]</a:t>
            </a:r>
            <a:endParaRPr sz="1400" dirty="0"/>
          </a:p>
        </p:txBody>
      </p:sp>
      <p:sp>
        <p:nvSpPr>
          <p:cNvPr id="612" name="Google Shape;612;p31"/>
          <p:cNvSpPr txBox="1">
            <a:spLocks noGrp="1"/>
          </p:cNvSpPr>
          <p:nvPr>
            <p:ph type="title" idx="14"/>
          </p:nvPr>
        </p:nvSpPr>
        <p:spPr>
          <a:xfrm>
            <a:off x="5091917" y="1569854"/>
            <a:ext cx="796500" cy="390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400" dirty="0"/>
              <a:t>[2]</a:t>
            </a:r>
            <a:endParaRPr sz="1400" dirty="0"/>
          </a:p>
        </p:txBody>
      </p:sp>
      <p:sp>
        <p:nvSpPr>
          <p:cNvPr id="613" name="Google Shape;613;p31"/>
          <p:cNvSpPr txBox="1">
            <a:spLocks noGrp="1"/>
          </p:cNvSpPr>
          <p:nvPr>
            <p:ph type="title" idx="15"/>
          </p:nvPr>
        </p:nvSpPr>
        <p:spPr>
          <a:xfrm>
            <a:off x="5091917" y="3016467"/>
            <a:ext cx="796500" cy="390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400" dirty="0"/>
              <a:t>[4]</a:t>
            </a:r>
            <a:endParaRPr sz="1400" dirty="0"/>
          </a:p>
        </p:txBody>
      </p:sp>
      <p:grpSp>
        <p:nvGrpSpPr>
          <p:cNvPr id="614" name="Google Shape;614;p31"/>
          <p:cNvGrpSpPr/>
          <p:nvPr/>
        </p:nvGrpSpPr>
        <p:grpSpPr>
          <a:xfrm>
            <a:off x="4313565" y="4047750"/>
            <a:ext cx="223897" cy="223875"/>
            <a:chOff x="5557700" y="413400"/>
            <a:chExt cx="223897" cy="223875"/>
          </a:xfrm>
        </p:grpSpPr>
        <p:sp>
          <p:nvSpPr>
            <p:cNvPr id="615" name="Google Shape;615;p31"/>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1"/>
          <p:cNvGrpSpPr/>
          <p:nvPr/>
        </p:nvGrpSpPr>
        <p:grpSpPr>
          <a:xfrm>
            <a:off x="8149756" y="74905"/>
            <a:ext cx="517231" cy="751916"/>
            <a:chOff x="436538" y="4047749"/>
            <a:chExt cx="553129" cy="804102"/>
          </a:xfrm>
        </p:grpSpPr>
        <p:sp>
          <p:nvSpPr>
            <p:cNvPr id="625" name="Google Shape;625;p31"/>
            <p:cNvSpPr/>
            <p:nvPr/>
          </p:nvSpPr>
          <p:spPr>
            <a:xfrm>
              <a:off x="788476" y="4047749"/>
              <a:ext cx="150733" cy="150733"/>
            </a:xfrm>
            <a:custGeom>
              <a:avLst/>
              <a:gdLst/>
              <a:ahLst/>
              <a:cxnLst/>
              <a:rect l="l" t="t" r="r" b="b"/>
              <a:pathLst>
                <a:path w="18877" h="18877" extrusionOk="0">
                  <a:moveTo>
                    <a:pt x="6323" y="1"/>
                  </a:moveTo>
                  <a:lnTo>
                    <a:pt x="6323" y="6323"/>
                  </a:lnTo>
                  <a:lnTo>
                    <a:pt x="1" y="6323"/>
                  </a:lnTo>
                  <a:lnTo>
                    <a:pt x="1" y="12554"/>
                  </a:lnTo>
                  <a:lnTo>
                    <a:pt x="6232" y="12554"/>
                  </a:lnTo>
                  <a:lnTo>
                    <a:pt x="6232" y="18876"/>
                  </a:lnTo>
                  <a:lnTo>
                    <a:pt x="12554" y="18876"/>
                  </a:lnTo>
                  <a:lnTo>
                    <a:pt x="12554" y="12554"/>
                  </a:lnTo>
                  <a:lnTo>
                    <a:pt x="18876" y="12554"/>
                  </a:lnTo>
                  <a:lnTo>
                    <a:pt x="18876" y="6323"/>
                  </a:lnTo>
                  <a:lnTo>
                    <a:pt x="12554" y="6323"/>
                  </a:lnTo>
                  <a:lnTo>
                    <a:pt x="125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p:cNvSpPr/>
            <p:nvPr/>
          </p:nvSpPr>
          <p:spPr>
            <a:xfrm>
              <a:off x="838242" y="4098234"/>
              <a:ext cx="50489" cy="49771"/>
            </a:xfrm>
            <a:custGeom>
              <a:avLst/>
              <a:gdLst/>
              <a:ahLst/>
              <a:cxnLst/>
              <a:rect l="l" t="t" r="r" b="b"/>
              <a:pathLst>
                <a:path w="6323" h="6233" extrusionOk="0">
                  <a:moveTo>
                    <a:pt x="0" y="1"/>
                  </a:moveTo>
                  <a:lnTo>
                    <a:pt x="0" y="6232"/>
                  </a:lnTo>
                  <a:lnTo>
                    <a:pt x="6322" y="6232"/>
                  </a:lnTo>
                  <a:lnTo>
                    <a:pt x="63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p:cNvSpPr/>
            <p:nvPr/>
          </p:nvSpPr>
          <p:spPr>
            <a:xfrm>
              <a:off x="737992" y="4148000"/>
              <a:ext cx="50489" cy="50489"/>
            </a:xfrm>
            <a:custGeom>
              <a:avLst/>
              <a:gdLst/>
              <a:ahLst/>
              <a:cxnLst/>
              <a:rect l="l" t="t" r="r" b="b"/>
              <a:pathLst>
                <a:path w="6323" h="6323" extrusionOk="0">
                  <a:moveTo>
                    <a:pt x="1" y="0"/>
                  </a:moveTo>
                  <a:lnTo>
                    <a:pt x="1" y="6322"/>
                  </a:lnTo>
                  <a:lnTo>
                    <a:pt x="6323" y="6322"/>
                  </a:lnTo>
                  <a:lnTo>
                    <a:pt x="63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p:cNvSpPr/>
            <p:nvPr/>
          </p:nvSpPr>
          <p:spPr>
            <a:xfrm>
              <a:off x="687515" y="4198484"/>
              <a:ext cx="50481" cy="50489"/>
            </a:xfrm>
            <a:custGeom>
              <a:avLst/>
              <a:gdLst/>
              <a:ahLst/>
              <a:cxnLst/>
              <a:rect l="l" t="t" r="r" b="b"/>
              <a:pathLst>
                <a:path w="6322" h="6323" extrusionOk="0">
                  <a:moveTo>
                    <a:pt x="0" y="0"/>
                  </a:moveTo>
                  <a:lnTo>
                    <a:pt x="0" y="6322"/>
                  </a:lnTo>
                  <a:lnTo>
                    <a:pt x="6322" y="6322"/>
                  </a:lnTo>
                  <a:lnTo>
                    <a:pt x="63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p:cNvSpPr/>
            <p:nvPr/>
          </p:nvSpPr>
          <p:spPr>
            <a:xfrm>
              <a:off x="436538" y="4248968"/>
              <a:ext cx="553129" cy="602883"/>
            </a:xfrm>
            <a:custGeom>
              <a:avLst/>
              <a:gdLst/>
              <a:ahLst/>
              <a:cxnLst/>
              <a:rect l="l" t="t" r="r" b="b"/>
              <a:pathLst>
                <a:path w="69271" h="75502" extrusionOk="0">
                  <a:moveTo>
                    <a:pt x="25198" y="0"/>
                  </a:moveTo>
                  <a:lnTo>
                    <a:pt x="25198" y="6232"/>
                  </a:lnTo>
                  <a:lnTo>
                    <a:pt x="25198" y="12554"/>
                  </a:lnTo>
                  <a:lnTo>
                    <a:pt x="12554" y="12554"/>
                  </a:lnTo>
                  <a:lnTo>
                    <a:pt x="12554" y="18875"/>
                  </a:lnTo>
                  <a:lnTo>
                    <a:pt x="6322" y="18875"/>
                  </a:lnTo>
                  <a:lnTo>
                    <a:pt x="6322" y="25107"/>
                  </a:lnTo>
                  <a:lnTo>
                    <a:pt x="6322" y="31429"/>
                  </a:lnTo>
                  <a:lnTo>
                    <a:pt x="0" y="31429"/>
                  </a:lnTo>
                  <a:lnTo>
                    <a:pt x="0" y="37751"/>
                  </a:lnTo>
                  <a:lnTo>
                    <a:pt x="0" y="43982"/>
                  </a:lnTo>
                  <a:lnTo>
                    <a:pt x="0" y="50304"/>
                  </a:lnTo>
                  <a:lnTo>
                    <a:pt x="6322" y="50304"/>
                  </a:lnTo>
                  <a:lnTo>
                    <a:pt x="6322" y="56626"/>
                  </a:lnTo>
                  <a:lnTo>
                    <a:pt x="6322" y="62858"/>
                  </a:lnTo>
                  <a:lnTo>
                    <a:pt x="12644" y="62858"/>
                  </a:lnTo>
                  <a:lnTo>
                    <a:pt x="12644" y="69180"/>
                  </a:lnTo>
                  <a:lnTo>
                    <a:pt x="25198" y="69180"/>
                  </a:lnTo>
                  <a:lnTo>
                    <a:pt x="25198" y="75501"/>
                  </a:lnTo>
                  <a:lnTo>
                    <a:pt x="44073" y="75501"/>
                  </a:lnTo>
                  <a:lnTo>
                    <a:pt x="44073" y="69180"/>
                  </a:lnTo>
                  <a:lnTo>
                    <a:pt x="56626" y="69180"/>
                  </a:lnTo>
                  <a:lnTo>
                    <a:pt x="56626" y="62858"/>
                  </a:lnTo>
                  <a:lnTo>
                    <a:pt x="62948" y="62858"/>
                  </a:lnTo>
                  <a:lnTo>
                    <a:pt x="62948" y="56626"/>
                  </a:lnTo>
                  <a:lnTo>
                    <a:pt x="62948" y="50304"/>
                  </a:lnTo>
                  <a:lnTo>
                    <a:pt x="69270" y="50304"/>
                  </a:lnTo>
                  <a:lnTo>
                    <a:pt x="69270" y="43982"/>
                  </a:lnTo>
                  <a:lnTo>
                    <a:pt x="69270" y="37751"/>
                  </a:lnTo>
                  <a:lnTo>
                    <a:pt x="69180" y="37751"/>
                  </a:lnTo>
                  <a:lnTo>
                    <a:pt x="69180" y="31429"/>
                  </a:lnTo>
                  <a:lnTo>
                    <a:pt x="62948" y="31429"/>
                  </a:lnTo>
                  <a:lnTo>
                    <a:pt x="62948" y="25107"/>
                  </a:lnTo>
                  <a:lnTo>
                    <a:pt x="62948" y="18875"/>
                  </a:lnTo>
                  <a:lnTo>
                    <a:pt x="56626" y="18875"/>
                  </a:lnTo>
                  <a:lnTo>
                    <a:pt x="56626" y="12554"/>
                  </a:lnTo>
                  <a:lnTo>
                    <a:pt x="44073" y="12554"/>
                  </a:lnTo>
                  <a:lnTo>
                    <a:pt x="44073" y="6232"/>
                  </a:lnTo>
                  <a:lnTo>
                    <a:pt x="440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p:cNvSpPr/>
            <p:nvPr/>
          </p:nvSpPr>
          <p:spPr>
            <a:xfrm>
              <a:off x="536780" y="4449461"/>
              <a:ext cx="150733" cy="150725"/>
            </a:xfrm>
            <a:custGeom>
              <a:avLst/>
              <a:gdLst/>
              <a:ahLst/>
              <a:cxnLst/>
              <a:rect l="l" t="t" r="r" b="b"/>
              <a:pathLst>
                <a:path w="18877" h="18876" extrusionOk="0">
                  <a:moveTo>
                    <a:pt x="6323" y="0"/>
                  </a:moveTo>
                  <a:lnTo>
                    <a:pt x="6323" y="6322"/>
                  </a:lnTo>
                  <a:lnTo>
                    <a:pt x="1" y="6322"/>
                  </a:lnTo>
                  <a:lnTo>
                    <a:pt x="1" y="12644"/>
                  </a:lnTo>
                  <a:lnTo>
                    <a:pt x="91" y="12644"/>
                  </a:lnTo>
                  <a:lnTo>
                    <a:pt x="91" y="18875"/>
                  </a:lnTo>
                  <a:lnTo>
                    <a:pt x="12645" y="18875"/>
                  </a:lnTo>
                  <a:lnTo>
                    <a:pt x="12645" y="12644"/>
                  </a:lnTo>
                  <a:lnTo>
                    <a:pt x="18876" y="12644"/>
                  </a:lnTo>
                  <a:lnTo>
                    <a:pt x="18876" y="6322"/>
                  </a:lnTo>
                  <a:lnTo>
                    <a:pt x="188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602;p31">
            <a:extLst>
              <a:ext uri="{FF2B5EF4-FFF2-40B4-BE49-F238E27FC236}">
                <a16:creationId xmlns:a16="http://schemas.microsoft.com/office/drawing/2014/main" id="{316823B7-48E0-26CB-5267-194EE999C340}"/>
              </a:ext>
            </a:extLst>
          </p:cNvPr>
          <p:cNvSpPr txBox="1">
            <a:spLocks noGrp="1"/>
          </p:cNvSpPr>
          <p:nvPr>
            <p:ph type="subTitle" idx="5"/>
          </p:nvPr>
        </p:nvSpPr>
        <p:spPr>
          <a:xfrm>
            <a:off x="5886639" y="1947373"/>
            <a:ext cx="2936875" cy="692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u="sng" dirty="0">
                <a:solidFill>
                  <a:schemeClr val="accent5"/>
                </a:solidFill>
              </a:rPr>
              <a:t>Runthrough of Implementation</a:t>
            </a:r>
            <a:endParaRPr lang="en" sz="1200" dirty="0"/>
          </a:p>
          <a:p>
            <a:pPr marL="171450" lvl="0" indent="-171450" algn="l" rtl="0">
              <a:spcBef>
                <a:spcPts val="0"/>
              </a:spcBef>
              <a:spcAft>
                <a:spcPts val="0"/>
              </a:spcAft>
              <a:buFont typeface="Wingdings" panose="05000000000000000000" pitchFamily="2" charset="2"/>
              <a:buChar char="§"/>
            </a:pPr>
            <a:r>
              <a:rPr lang="en" sz="1200" dirty="0"/>
              <a:t>Showcase Defined </a:t>
            </a:r>
            <a:r>
              <a:rPr lang="en" sz="1200" dirty="0">
                <a:solidFill>
                  <a:schemeClr val="bg1"/>
                </a:solidFill>
              </a:rPr>
              <a:t>SYSTEM REQUIREMENTS</a:t>
            </a:r>
            <a:r>
              <a:rPr lang="en" sz="1200" dirty="0"/>
              <a:t>.</a:t>
            </a:r>
            <a:endParaRPr sz="1200" dirty="0"/>
          </a:p>
        </p:txBody>
      </p:sp>
      <p:sp>
        <p:nvSpPr>
          <p:cNvPr id="3" name="Google Shape;602;p31">
            <a:extLst>
              <a:ext uri="{FF2B5EF4-FFF2-40B4-BE49-F238E27FC236}">
                <a16:creationId xmlns:a16="http://schemas.microsoft.com/office/drawing/2014/main" id="{BBAB7744-A621-B880-4835-E0EC8F80C328}"/>
              </a:ext>
            </a:extLst>
          </p:cNvPr>
          <p:cNvSpPr txBox="1">
            <a:spLocks noGrp="1"/>
          </p:cNvSpPr>
          <p:nvPr>
            <p:ph type="subTitle" idx="3"/>
          </p:nvPr>
        </p:nvSpPr>
        <p:spPr>
          <a:xfrm>
            <a:off x="1004682" y="3405485"/>
            <a:ext cx="3073160" cy="69373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u="sng" dirty="0">
                <a:solidFill>
                  <a:schemeClr val="accent5"/>
                </a:solidFill>
              </a:rPr>
              <a:t>Student Video</a:t>
            </a:r>
          </a:p>
          <a:p>
            <a:pPr marL="171450" lvl="0" indent="-171450" algn="l" rtl="0">
              <a:spcBef>
                <a:spcPts val="0"/>
              </a:spcBef>
              <a:spcAft>
                <a:spcPts val="0"/>
              </a:spcAft>
              <a:buFont typeface="Wingdings" panose="05000000000000000000" pitchFamily="2" charset="2"/>
              <a:buChar char="§"/>
            </a:pPr>
            <a:r>
              <a:rPr lang="en" sz="1200" dirty="0"/>
              <a:t>Embedded Link of </a:t>
            </a:r>
            <a:r>
              <a:rPr lang="en" sz="1200" dirty="0">
                <a:solidFill>
                  <a:schemeClr val="bg1"/>
                </a:solidFill>
              </a:rPr>
              <a:t>FINAL DEMO VIDEO</a:t>
            </a:r>
            <a:r>
              <a:rPr lang="en" sz="1200" dirty="0"/>
              <a:t>.</a:t>
            </a:r>
          </a:p>
          <a:p>
            <a:pPr marL="171450" lvl="0" indent="-171450" algn="l" rtl="0">
              <a:spcBef>
                <a:spcPts val="0"/>
              </a:spcBef>
              <a:spcAft>
                <a:spcPts val="0"/>
              </a:spcAft>
              <a:buFont typeface="Wingdings" panose="05000000000000000000" pitchFamily="2" charset="2"/>
              <a:buChar char="§"/>
            </a:pPr>
            <a:r>
              <a:rPr lang="en" sz="1200" dirty="0"/>
              <a:t>Show </a:t>
            </a:r>
            <a:r>
              <a:rPr lang="en" sz="1200" dirty="0">
                <a:solidFill>
                  <a:schemeClr val="bg1"/>
                </a:solidFill>
              </a:rPr>
              <a:t>TEAM GITHUB </a:t>
            </a:r>
            <a:r>
              <a:rPr lang="en" sz="1200" dirty="0"/>
              <a:t>&amp; Development Documention.</a:t>
            </a:r>
          </a:p>
        </p:txBody>
      </p:sp>
      <p:sp>
        <p:nvSpPr>
          <p:cNvPr id="4" name="Google Shape;602;p31">
            <a:extLst>
              <a:ext uri="{FF2B5EF4-FFF2-40B4-BE49-F238E27FC236}">
                <a16:creationId xmlns:a16="http://schemas.microsoft.com/office/drawing/2014/main" id="{D4B88601-4794-EF50-20E5-D93169FEC1DC}"/>
              </a:ext>
            </a:extLst>
          </p:cNvPr>
          <p:cNvSpPr txBox="1">
            <a:spLocks noGrp="1"/>
          </p:cNvSpPr>
          <p:nvPr>
            <p:ph type="subTitle" idx="7"/>
          </p:nvPr>
        </p:nvSpPr>
        <p:spPr>
          <a:xfrm>
            <a:off x="5886638" y="3405485"/>
            <a:ext cx="2936875" cy="69373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u="sng" dirty="0">
                <a:solidFill>
                  <a:schemeClr val="accent5"/>
                </a:solidFill>
              </a:rPr>
              <a:t>Team’s Final Thoughts</a:t>
            </a:r>
          </a:p>
          <a:p>
            <a:pPr marL="171450" lvl="0" indent="-171450" algn="l" rtl="0">
              <a:spcBef>
                <a:spcPts val="0"/>
              </a:spcBef>
              <a:spcAft>
                <a:spcPts val="0"/>
              </a:spcAft>
              <a:buFont typeface="Wingdings" panose="05000000000000000000" pitchFamily="2" charset="2"/>
              <a:buChar char="§"/>
            </a:pPr>
            <a:r>
              <a:rPr lang="en" sz="1200" dirty="0"/>
              <a:t>What did we </a:t>
            </a:r>
            <a:r>
              <a:rPr lang="en" sz="1200" dirty="0">
                <a:solidFill>
                  <a:schemeClr val="bg1"/>
                </a:solidFill>
              </a:rPr>
              <a:t>LEARN</a:t>
            </a:r>
            <a:r>
              <a:rPr lang="en" sz="1200" dirty="0"/>
              <a:t>?</a:t>
            </a:r>
          </a:p>
          <a:p>
            <a:pPr marL="171450" lvl="0" indent="-171450" algn="l" rtl="0">
              <a:spcBef>
                <a:spcPts val="0"/>
              </a:spcBef>
              <a:spcAft>
                <a:spcPts val="0"/>
              </a:spcAft>
              <a:buFont typeface="Wingdings" panose="05000000000000000000" pitchFamily="2" charset="2"/>
              <a:buChar char="§"/>
            </a:pPr>
            <a:r>
              <a:rPr lang="en" sz="1200" dirty="0"/>
              <a:t>What did we </a:t>
            </a:r>
            <a:r>
              <a:rPr lang="en" sz="1200" dirty="0">
                <a:solidFill>
                  <a:schemeClr val="bg1"/>
                </a:solidFill>
              </a:rPr>
              <a:t>STRUGGLE </a:t>
            </a:r>
            <a:r>
              <a:rPr lang="en" sz="1200" dirty="0"/>
              <a:t>with?</a:t>
            </a:r>
          </a:p>
          <a:p>
            <a:pPr marL="171450" lvl="0" indent="-171450" algn="l" rtl="0">
              <a:spcBef>
                <a:spcPts val="0"/>
              </a:spcBef>
              <a:spcAft>
                <a:spcPts val="0"/>
              </a:spcAft>
              <a:buFont typeface="Wingdings" panose="05000000000000000000" pitchFamily="2" charset="2"/>
              <a:buChar char="§"/>
            </a:pPr>
            <a:r>
              <a:rPr lang="en" sz="1200" dirty="0"/>
              <a:t>How can we </a:t>
            </a:r>
            <a:r>
              <a:rPr lang="en" sz="1200" dirty="0">
                <a:solidFill>
                  <a:schemeClr val="bg1"/>
                </a:solidFill>
              </a:rPr>
              <a:t>IMPROVE</a:t>
            </a:r>
            <a:r>
              <a:rPr lang="en" sz="1200" dirty="0"/>
              <a:t>?</a:t>
            </a:r>
            <a:endParaRPr sz="1200" dirty="0"/>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32"/>
          <p:cNvSpPr/>
          <p:nvPr/>
        </p:nvSpPr>
        <p:spPr>
          <a:xfrm>
            <a:off x="3588375" y="1161238"/>
            <a:ext cx="1969500" cy="10191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p:cNvSpPr/>
          <p:nvPr/>
        </p:nvSpPr>
        <p:spPr>
          <a:xfrm>
            <a:off x="713100" y="2457364"/>
            <a:ext cx="7717800" cy="11757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p:cNvSpPr txBox="1">
            <a:spLocks noGrp="1"/>
          </p:cNvSpPr>
          <p:nvPr>
            <p:ph type="title"/>
          </p:nvPr>
        </p:nvSpPr>
        <p:spPr>
          <a:xfrm>
            <a:off x="871050" y="2778888"/>
            <a:ext cx="7401900" cy="678900"/>
          </a:xfrm>
          <a:prstGeom prst="rect">
            <a:avLst/>
          </a:prstGeom>
        </p:spPr>
        <p:txBody>
          <a:bodyPr spcFirstLastPara="1" wrap="square" lIns="91425" tIns="91425" rIns="91425" bIns="91425" anchor="ctr" anchorCtr="0">
            <a:noAutofit/>
          </a:bodyPr>
          <a:lstStyle/>
          <a:p>
            <a:r>
              <a:rPr lang="en-US" sz="2400" dirty="0">
                <a:solidFill>
                  <a:schemeClr val="bg1"/>
                </a:solidFill>
              </a:rPr>
              <a:t>PROJECT   </a:t>
            </a:r>
            <a:r>
              <a:rPr lang="en-US" sz="2400" dirty="0">
                <a:solidFill>
                  <a:schemeClr val="accent5"/>
                </a:solidFill>
              </a:rPr>
              <a:t>DESCRIPTION_</a:t>
            </a:r>
            <a:endParaRPr sz="2400" dirty="0">
              <a:solidFill>
                <a:schemeClr val="accent5"/>
              </a:solidFill>
            </a:endParaRPr>
          </a:p>
        </p:txBody>
      </p:sp>
      <p:sp>
        <p:nvSpPr>
          <p:cNvPr id="638" name="Google Shape;638;p32"/>
          <p:cNvSpPr txBox="1">
            <a:spLocks noGrp="1"/>
          </p:cNvSpPr>
          <p:nvPr>
            <p:ph type="subTitle" idx="1"/>
          </p:nvPr>
        </p:nvSpPr>
        <p:spPr>
          <a:xfrm>
            <a:off x="1580178" y="3633040"/>
            <a:ext cx="5985900" cy="57633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r>
              <a:rPr lang="en-US" dirty="0"/>
              <a:t>What is INFILTR8’s </a:t>
            </a:r>
            <a:r>
              <a:rPr lang="en-US" dirty="0">
                <a:solidFill>
                  <a:schemeClr val="bg1"/>
                </a:solidFill>
              </a:rPr>
              <a:t>PURPOSE</a:t>
            </a:r>
            <a:r>
              <a:rPr lang="en-US" dirty="0"/>
              <a:t>?”</a:t>
            </a:r>
          </a:p>
          <a:p>
            <a:pPr marL="0" lvl="0" indent="0" algn="l" rtl="0">
              <a:spcBef>
                <a:spcPts val="0"/>
              </a:spcBef>
              <a:spcAft>
                <a:spcPts val="0"/>
              </a:spcAft>
              <a:buNone/>
            </a:pPr>
            <a:r>
              <a:rPr lang="en-US" dirty="0"/>
              <a:t>“What was our </a:t>
            </a:r>
            <a:r>
              <a:rPr lang="en-US" dirty="0">
                <a:solidFill>
                  <a:schemeClr val="bg1"/>
                </a:solidFill>
              </a:rPr>
              <a:t>PLAN</a:t>
            </a:r>
            <a:r>
              <a:rPr lang="en-US" dirty="0"/>
              <a:t> for its Development?”</a:t>
            </a:r>
          </a:p>
        </p:txBody>
      </p:sp>
      <p:grpSp>
        <p:nvGrpSpPr>
          <p:cNvPr id="639" name="Google Shape;639;p32"/>
          <p:cNvGrpSpPr/>
          <p:nvPr/>
        </p:nvGrpSpPr>
        <p:grpSpPr>
          <a:xfrm>
            <a:off x="4348103" y="4292747"/>
            <a:ext cx="223897" cy="223875"/>
            <a:chOff x="5557700" y="413400"/>
            <a:chExt cx="223897" cy="223875"/>
          </a:xfrm>
        </p:grpSpPr>
        <p:sp>
          <p:nvSpPr>
            <p:cNvPr id="640" name="Google Shape;640;p3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2"/>
          <p:cNvGrpSpPr/>
          <p:nvPr/>
        </p:nvGrpSpPr>
        <p:grpSpPr>
          <a:xfrm flipH="1">
            <a:off x="7371130" y="994405"/>
            <a:ext cx="678868" cy="678850"/>
            <a:chOff x="681100" y="2094175"/>
            <a:chExt cx="974125" cy="974100"/>
          </a:xfrm>
        </p:grpSpPr>
        <p:sp>
          <p:nvSpPr>
            <p:cNvPr id="644" name="Google Shape;644;p32"/>
            <p:cNvSpPr/>
            <p:nvPr/>
          </p:nvSpPr>
          <p:spPr>
            <a:xfrm>
              <a:off x="820425" y="2720550"/>
              <a:ext cx="695475" cy="347725"/>
            </a:xfrm>
            <a:custGeom>
              <a:avLst/>
              <a:gdLst/>
              <a:ahLst/>
              <a:cxnLst/>
              <a:rect l="l" t="t" r="r" b="b"/>
              <a:pathLst>
                <a:path w="27819" h="13909" extrusionOk="0">
                  <a:moveTo>
                    <a:pt x="1" y="0"/>
                  </a:moveTo>
                  <a:lnTo>
                    <a:pt x="1" y="2811"/>
                  </a:lnTo>
                  <a:lnTo>
                    <a:pt x="2763" y="2811"/>
                  </a:lnTo>
                  <a:lnTo>
                    <a:pt x="2763" y="5573"/>
                  </a:lnTo>
                  <a:lnTo>
                    <a:pt x="5526" y="5573"/>
                  </a:lnTo>
                  <a:lnTo>
                    <a:pt x="5526" y="8384"/>
                  </a:lnTo>
                  <a:lnTo>
                    <a:pt x="8336" y="8384"/>
                  </a:lnTo>
                  <a:lnTo>
                    <a:pt x="8336" y="11146"/>
                  </a:lnTo>
                  <a:lnTo>
                    <a:pt x="8336" y="13909"/>
                  </a:lnTo>
                  <a:lnTo>
                    <a:pt x="11099" y="13909"/>
                  </a:lnTo>
                  <a:lnTo>
                    <a:pt x="11099" y="11146"/>
                  </a:lnTo>
                  <a:lnTo>
                    <a:pt x="16672" y="11146"/>
                  </a:lnTo>
                  <a:lnTo>
                    <a:pt x="16672" y="13909"/>
                  </a:lnTo>
                  <a:lnTo>
                    <a:pt x="19482" y="13909"/>
                  </a:lnTo>
                  <a:lnTo>
                    <a:pt x="19482" y="11146"/>
                  </a:lnTo>
                  <a:lnTo>
                    <a:pt x="19482" y="8384"/>
                  </a:lnTo>
                  <a:lnTo>
                    <a:pt x="22245" y="8384"/>
                  </a:lnTo>
                  <a:lnTo>
                    <a:pt x="22245" y="5573"/>
                  </a:lnTo>
                  <a:lnTo>
                    <a:pt x="25055" y="5573"/>
                  </a:lnTo>
                  <a:lnTo>
                    <a:pt x="25055" y="2811"/>
                  </a:lnTo>
                  <a:lnTo>
                    <a:pt x="27818" y="2811"/>
                  </a:lnTo>
                  <a:lnTo>
                    <a:pt x="27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p:cNvSpPr/>
            <p:nvPr/>
          </p:nvSpPr>
          <p:spPr>
            <a:xfrm>
              <a:off x="820425" y="2094175"/>
              <a:ext cx="695475" cy="347750"/>
            </a:xfrm>
            <a:custGeom>
              <a:avLst/>
              <a:gdLst/>
              <a:ahLst/>
              <a:cxnLst/>
              <a:rect l="l" t="t" r="r" b="b"/>
              <a:pathLst>
                <a:path w="27819" h="13910" extrusionOk="0">
                  <a:moveTo>
                    <a:pt x="8336" y="1"/>
                  </a:moveTo>
                  <a:lnTo>
                    <a:pt x="8336" y="2763"/>
                  </a:lnTo>
                  <a:lnTo>
                    <a:pt x="8336" y="5574"/>
                  </a:lnTo>
                  <a:lnTo>
                    <a:pt x="5526" y="5574"/>
                  </a:lnTo>
                  <a:lnTo>
                    <a:pt x="5526" y="8336"/>
                  </a:lnTo>
                  <a:lnTo>
                    <a:pt x="2763" y="8336"/>
                  </a:lnTo>
                  <a:lnTo>
                    <a:pt x="2763" y="11147"/>
                  </a:lnTo>
                  <a:lnTo>
                    <a:pt x="1" y="11147"/>
                  </a:lnTo>
                  <a:lnTo>
                    <a:pt x="1" y="13909"/>
                  </a:lnTo>
                  <a:lnTo>
                    <a:pt x="27818" y="13909"/>
                  </a:lnTo>
                  <a:lnTo>
                    <a:pt x="27818" y="11147"/>
                  </a:lnTo>
                  <a:lnTo>
                    <a:pt x="25055" y="11147"/>
                  </a:lnTo>
                  <a:lnTo>
                    <a:pt x="25055" y="8336"/>
                  </a:lnTo>
                  <a:lnTo>
                    <a:pt x="22245" y="8336"/>
                  </a:lnTo>
                  <a:lnTo>
                    <a:pt x="22245" y="5574"/>
                  </a:lnTo>
                  <a:lnTo>
                    <a:pt x="19482" y="5574"/>
                  </a:lnTo>
                  <a:lnTo>
                    <a:pt x="19482" y="2763"/>
                  </a:lnTo>
                  <a:lnTo>
                    <a:pt x="19482" y="1"/>
                  </a:lnTo>
                  <a:lnTo>
                    <a:pt x="16672" y="1"/>
                  </a:lnTo>
                  <a:lnTo>
                    <a:pt x="16672" y="2763"/>
                  </a:lnTo>
                  <a:lnTo>
                    <a:pt x="11099" y="2763"/>
                  </a:lnTo>
                  <a:lnTo>
                    <a:pt x="11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p:cNvSpPr/>
            <p:nvPr/>
          </p:nvSpPr>
          <p:spPr>
            <a:xfrm>
              <a:off x="1515875" y="2651475"/>
              <a:ext cx="70275" cy="69100"/>
            </a:xfrm>
            <a:custGeom>
              <a:avLst/>
              <a:gdLst/>
              <a:ahLst/>
              <a:cxnLst/>
              <a:rect l="l" t="t" r="r" b="b"/>
              <a:pathLst>
                <a:path w="2811" h="2764" extrusionOk="0">
                  <a:moveTo>
                    <a:pt x="0" y="1"/>
                  </a:moveTo>
                  <a:lnTo>
                    <a:pt x="0" y="2763"/>
                  </a:lnTo>
                  <a:lnTo>
                    <a:pt x="2810" y="2763"/>
                  </a:lnTo>
                  <a:lnTo>
                    <a:pt x="28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p:cNvSpPr/>
            <p:nvPr/>
          </p:nvSpPr>
          <p:spPr>
            <a:xfrm>
              <a:off x="1515875" y="2441900"/>
              <a:ext cx="70275" cy="70275"/>
            </a:xfrm>
            <a:custGeom>
              <a:avLst/>
              <a:gdLst/>
              <a:ahLst/>
              <a:cxnLst/>
              <a:rect l="l" t="t" r="r" b="b"/>
              <a:pathLst>
                <a:path w="2811" h="2811" extrusionOk="0">
                  <a:moveTo>
                    <a:pt x="0" y="0"/>
                  </a:moveTo>
                  <a:lnTo>
                    <a:pt x="0" y="2811"/>
                  </a:lnTo>
                  <a:lnTo>
                    <a:pt x="2810" y="2811"/>
                  </a:lnTo>
                  <a:lnTo>
                    <a:pt x="28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p:cNvSpPr/>
            <p:nvPr/>
          </p:nvSpPr>
          <p:spPr>
            <a:xfrm>
              <a:off x="1586125"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p:cNvSpPr/>
            <p:nvPr/>
          </p:nvSpPr>
          <p:spPr>
            <a:xfrm>
              <a:off x="750175" y="2651475"/>
              <a:ext cx="70275" cy="69100"/>
            </a:xfrm>
            <a:custGeom>
              <a:avLst/>
              <a:gdLst/>
              <a:ahLst/>
              <a:cxnLst/>
              <a:rect l="l" t="t" r="r" b="b"/>
              <a:pathLst>
                <a:path w="2811" h="2764" extrusionOk="0">
                  <a:moveTo>
                    <a:pt x="0" y="1"/>
                  </a:moveTo>
                  <a:lnTo>
                    <a:pt x="0" y="2763"/>
                  </a:lnTo>
                  <a:lnTo>
                    <a:pt x="2811" y="2763"/>
                  </a:lnTo>
                  <a:lnTo>
                    <a:pt x="28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p:cNvSpPr/>
            <p:nvPr/>
          </p:nvSpPr>
          <p:spPr>
            <a:xfrm>
              <a:off x="750175" y="2441900"/>
              <a:ext cx="70275" cy="70275"/>
            </a:xfrm>
            <a:custGeom>
              <a:avLst/>
              <a:gdLst/>
              <a:ahLst/>
              <a:cxnLst/>
              <a:rect l="l" t="t" r="r" b="b"/>
              <a:pathLst>
                <a:path w="2811" h="2811" extrusionOk="0">
                  <a:moveTo>
                    <a:pt x="0" y="0"/>
                  </a:moveTo>
                  <a:lnTo>
                    <a:pt x="0" y="2811"/>
                  </a:lnTo>
                  <a:lnTo>
                    <a:pt x="2811" y="2811"/>
                  </a:lnTo>
                  <a:lnTo>
                    <a:pt x="28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p:cNvSpPr/>
            <p:nvPr/>
          </p:nvSpPr>
          <p:spPr>
            <a:xfrm>
              <a:off x="681100"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p:cNvSpPr/>
            <p:nvPr/>
          </p:nvSpPr>
          <p:spPr>
            <a:xfrm>
              <a:off x="130747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p:cNvSpPr/>
            <p:nvPr/>
          </p:nvSpPr>
          <p:spPr>
            <a:xfrm>
              <a:off x="102882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2"/>
          <p:cNvGrpSpPr/>
          <p:nvPr/>
        </p:nvGrpSpPr>
        <p:grpSpPr>
          <a:xfrm rot="-795768">
            <a:off x="7900130" y="4074308"/>
            <a:ext cx="276309" cy="437670"/>
            <a:chOff x="713100" y="3583157"/>
            <a:chExt cx="721984" cy="1143614"/>
          </a:xfrm>
        </p:grpSpPr>
        <p:sp>
          <p:nvSpPr>
            <p:cNvPr id="655" name="Google Shape;655;p32"/>
            <p:cNvSpPr/>
            <p:nvPr/>
          </p:nvSpPr>
          <p:spPr>
            <a:xfrm>
              <a:off x="713100" y="3583157"/>
              <a:ext cx="721961" cy="1143555"/>
            </a:xfrm>
            <a:custGeom>
              <a:avLst/>
              <a:gdLst/>
              <a:ahLst/>
              <a:cxnLst/>
              <a:rect l="l" t="t" r="r" b="b"/>
              <a:pathLst>
                <a:path w="43623" h="69097" extrusionOk="0">
                  <a:moveTo>
                    <a:pt x="1" y="1"/>
                  </a:moveTo>
                  <a:lnTo>
                    <a:pt x="1" y="61827"/>
                  </a:lnTo>
                  <a:lnTo>
                    <a:pt x="7271" y="61827"/>
                  </a:lnTo>
                  <a:lnTo>
                    <a:pt x="7271" y="58163"/>
                  </a:lnTo>
                  <a:lnTo>
                    <a:pt x="10877" y="58163"/>
                  </a:lnTo>
                  <a:lnTo>
                    <a:pt x="10877" y="54557"/>
                  </a:lnTo>
                  <a:lnTo>
                    <a:pt x="14541" y="54557"/>
                  </a:lnTo>
                  <a:lnTo>
                    <a:pt x="14541" y="50892"/>
                  </a:lnTo>
                  <a:lnTo>
                    <a:pt x="18147" y="50892"/>
                  </a:lnTo>
                  <a:lnTo>
                    <a:pt x="18147" y="58163"/>
                  </a:lnTo>
                  <a:lnTo>
                    <a:pt x="21811" y="58163"/>
                  </a:lnTo>
                  <a:lnTo>
                    <a:pt x="21811" y="65433"/>
                  </a:lnTo>
                  <a:lnTo>
                    <a:pt x="25418" y="65433"/>
                  </a:lnTo>
                  <a:lnTo>
                    <a:pt x="25418" y="69097"/>
                  </a:lnTo>
                  <a:lnTo>
                    <a:pt x="32688" y="69097"/>
                  </a:lnTo>
                  <a:lnTo>
                    <a:pt x="32688" y="65433"/>
                  </a:lnTo>
                  <a:lnTo>
                    <a:pt x="36352" y="65433"/>
                  </a:lnTo>
                  <a:lnTo>
                    <a:pt x="36352" y="58163"/>
                  </a:lnTo>
                  <a:lnTo>
                    <a:pt x="32688" y="58163"/>
                  </a:lnTo>
                  <a:lnTo>
                    <a:pt x="32688" y="50892"/>
                  </a:lnTo>
                  <a:lnTo>
                    <a:pt x="29082" y="50892"/>
                  </a:lnTo>
                  <a:lnTo>
                    <a:pt x="29082" y="47286"/>
                  </a:lnTo>
                  <a:lnTo>
                    <a:pt x="43622" y="47286"/>
                  </a:lnTo>
                  <a:lnTo>
                    <a:pt x="43622" y="43622"/>
                  </a:lnTo>
                  <a:lnTo>
                    <a:pt x="43622" y="40016"/>
                  </a:lnTo>
                  <a:lnTo>
                    <a:pt x="39958" y="40016"/>
                  </a:lnTo>
                  <a:lnTo>
                    <a:pt x="39958" y="36352"/>
                  </a:lnTo>
                  <a:lnTo>
                    <a:pt x="36352" y="36352"/>
                  </a:lnTo>
                  <a:lnTo>
                    <a:pt x="36352" y="32746"/>
                  </a:lnTo>
                  <a:lnTo>
                    <a:pt x="32688" y="32746"/>
                  </a:lnTo>
                  <a:lnTo>
                    <a:pt x="32688" y="29082"/>
                  </a:lnTo>
                  <a:lnTo>
                    <a:pt x="29082" y="29082"/>
                  </a:lnTo>
                  <a:lnTo>
                    <a:pt x="29082" y="25476"/>
                  </a:lnTo>
                  <a:lnTo>
                    <a:pt x="25418" y="25476"/>
                  </a:lnTo>
                  <a:lnTo>
                    <a:pt x="25418" y="21811"/>
                  </a:lnTo>
                  <a:lnTo>
                    <a:pt x="21811" y="21811"/>
                  </a:lnTo>
                  <a:lnTo>
                    <a:pt x="21811" y="18205"/>
                  </a:lnTo>
                  <a:lnTo>
                    <a:pt x="18147" y="18205"/>
                  </a:lnTo>
                  <a:lnTo>
                    <a:pt x="18147" y="14541"/>
                  </a:lnTo>
                  <a:lnTo>
                    <a:pt x="14541" y="14541"/>
                  </a:lnTo>
                  <a:lnTo>
                    <a:pt x="14541" y="10935"/>
                  </a:lnTo>
                  <a:lnTo>
                    <a:pt x="10877" y="10935"/>
                  </a:lnTo>
                  <a:lnTo>
                    <a:pt x="10877" y="7271"/>
                  </a:lnTo>
                  <a:lnTo>
                    <a:pt x="7271" y="7271"/>
                  </a:lnTo>
                  <a:lnTo>
                    <a:pt x="7271" y="3665"/>
                  </a:lnTo>
                  <a:lnTo>
                    <a:pt x="3607" y="3665"/>
                  </a:lnTo>
                  <a:lnTo>
                    <a:pt x="3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p:cNvSpPr/>
            <p:nvPr/>
          </p:nvSpPr>
          <p:spPr>
            <a:xfrm>
              <a:off x="713100" y="3583157"/>
              <a:ext cx="120335" cy="1023237"/>
            </a:xfrm>
            <a:custGeom>
              <a:avLst/>
              <a:gdLst/>
              <a:ahLst/>
              <a:cxnLst/>
              <a:rect l="l" t="t" r="r" b="b"/>
              <a:pathLst>
                <a:path w="7271" h="61827" extrusionOk="0">
                  <a:moveTo>
                    <a:pt x="1" y="1"/>
                  </a:moveTo>
                  <a:lnTo>
                    <a:pt x="1" y="61827"/>
                  </a:lnTo>
                  <a:lnTo>
                    <a:pt x="7271" y="61827"/>
                  </a:lnTo>
                  <a:lnTo>
                    <a:pt x="7271" y="58163"/>
                  </a:lnTo>
                  <a:lnTo>
                    <a:pt x="3607" y="58163"/>
                  </a:lnTo>
                  <a:lnTo>
                    <a:pt x="3607" y="7271"/>
                  </a:lnTo>
                  <a:lnTo>
                    <a:pt x="7271" y="7271"/>
                  </a:lnTo>
                  <a:lnTo>
                    <a:pt x="727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p:cNvSpPr/>
            <p:nvPr/>
          </p:nvSpPr>
          <p:spPr>
            <a:xfrm>
              <a:off x="833425" y="3703499"/>
              <a:ext cx="59712" cy="60656"/>
            </a:xfrm>
            <a:custGeom>
              <a:avLst/>
              <a:gdLst/>
              <a:ahLst/>
              <a:cxnLst/>
              <a:rect l="l" t="t" r="r" b="b"/>
              <a:pathLst>
                <a:path w="3608" h="3665" extrusionOk="0">
                  <a:moveTo>
                    <a:pt x="1" y="0"/>
                  </a:moveTo>
                  <a:lnTo>
                    <a:pt x="1" y="3664"/>
                  </a:lnTo>
                  <a:lnTo>
                    <a:pt x="3607" y="3664"/>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p:cNvSpPr/>
            <p:nvPr/>
          </p:nvSpPr>
          <p:spPr>
            <a:xfrm>
              <a:off x="893124" y="3764141"/>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p:cNvSpPr/>
            <p:nvPr/>
          </p:nvSpPr>
          <p:spPr>
            <a:xfrm>
              <a:off x="953767" y="3823824"/>
              <a:ext cx="59696" cy="60656"/>
            </a:xfrm>
            <a:custGeom>
              <a:avLst/>
              <a:gdLst/>
              <a:ahLst/>
              <a:cxnLst/>
              <a:rect l="l" t="t" r="r" b="b"/>
              <a:pathLst>
                <a:path w="3607" h="3665" extrusionOk="0">
                  <a:moveTo>
                    <a:pt x="0" y="0"/>
                  </a:moveTo>
                  <a:lnTo>
                    <a:pt x="0" y="3664"/>
                  </a:lnTo>
                  <a:lnTo>
                    <a:pt x="3606" y="3664"/>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p:cNvSpPr/>
            <p:nvPr/>
          </p:nvSpPr>
          <p:spPr>
            <a:xfrm>
              <a:off x="1013449" y="3884466"/>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2"/>
            <p:cNvSpPr/>
            <p:nvPr/>
          </p:nvSpPr>
          <p:spPr>
            <a:xfrm>
              <a:off x="1074092" y="3944149"/>
              <a:ext cx="59696" cy="60656"/>
            </a:xfrm>
            <a:custGeom>
              <a:avLst/>
              <a:gdLst/>
              <a:ahLst/>
              <a:cxnLst/>
              <a:rect l="l" t="t" r="r" b="b"/>
              <a:pathLst>
                <a:path w="3607" h="3665" extrusionOk="0">
                  <a:moveTo>
                    <a:pt x="0" y="0"/>
                  </a:moveTo>
                  <a:lnTo>
                    <a:pt x="0" y="3665"/>
                  </a:lnTo>
                  <a:lnTo>
                    <a:pt x="3607" y="3665"/>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2"/>
            <p:cNvSpPr/>
            <p:nvPr/>
          </p:nvSpPr>
          <p:spPr>
            <a:xfrm>
              <a:off x="1133774" y="4004792"/>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p:cNvSpPr/>
            <p:nvPr/>
          </p:nvSpPr>
          <p:spPr>
            <a:xfrm>
              <a:off x="1194417" y="4064474"/>
              <a:ext cx="59696" cy="60656"/>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a:off x="1254099" y="4125117"/>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a:off x="1314758" y="4184799"/>
              <a:ext cx="59696" cy="60672"/>
            </a:xfrm>
            <a:custGeom>
              <a:avLst/>
              <a:gdLst/>
              <a:ahLst/>
              <a:cxnLst/>
              <a:rect l="l" t="t" r="r" b="b"/>
              <a:pathLst>
                <a:path w="3607" h="3666" extrusionOk="0">
                  <a:moveTo>
                    <a:pt x="0" y="1"/>
                  </a:moveTo>
                  <a:lnTo>
                    <a:pt x="0" y="3665"/>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a:off x="1133774" y="4245458"/>
              <a:ext cx="301309" cy="180014"/>
            </a:xfrm>
            <a:custGeom>
              <a:avLst/>
              <a:gdLst/>
              <a:ahLst/>
              <a:cxnLst/>
              <a:rect l="l" t="t" r="r" b="b"/>
              <a:pathLst>
                <a:path w="18206" h="10877" extrusionOk="0">
                  <a:moveTo>
                    <a:pt x="14541" y="0"/>
                  </a:moveTo>
                  <a:lnTo>
                    <a:pt x="14541" y="3606"/>
                  </a:lnTo>
                  <a:lnTo>
                    <a:pt x="1" y="3606"/>
                  </a:lnTo>
                  <a:lnTo>
                    <a:pt x="1" y="7270"/>
                  </a:lnTo>
                  <a:lnTo>
                    <a:pt x="1" y="10876"/>
                  </a:lnTo>
                  <a:lnTo>
                    <a:pt x="3665" y="10876"/>
                  </a:lnTo>
                  <a:lnTo>
                    <a:pt x="3665" y="7270"/>
                  </a:lnTo>
                  <a:lnTo>
                    <a:pt x="18205" y="7270"/>
                  </a:lnTo>
                  <a:lnTo>
                    <a:pt x="18205" y="3606"/>
                  </a:lnTo>
                  <a:lnTo>
                    <a:pt x="18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a:off x="953767" y="4365783"/>
              <a:ext cx="59696" cy="59696"/>
            </a:xfrm>
            <a:custGeom>
              <a:avLst/>
              <a:gdLst/>
              <a:ahLst/>
              <a:cxnLst/>
              <a:rect l="l" t="t" r="r" b="b"/>
              <a:pathLst>
                <a:path w="3607" h="3607" extrusionOk="0">
                  <a:moveTo>
                    <a:pt x="0" y="0"/>
                  </a:moveTo>
                  <a:lnTo>
                    <a:pt x="0" y="3606"/>
                  </a:lnTo>
                  <a:lnTo>
                    <a:pt x="3606" y="3606"/>
                  </a:lnTo>
                  <a:lnTo>
                    <a:pt x="3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a:off x="1013449" y="4425466"/>
              <a:ext cx="60656" cy="120335"/>
            </a:xfrm>
            <a:custGeom>
              <a:avLst/>
              <a:gdLst/>
              <a:ahLst/>
              <a:cxnLst/>
              <a:rect l="l" t="t" r="r" b="b"/>
              <a:pathLst>
                <a:path w="3665" h="7271" extrusionOk="0">
                  <a:moveTo>
                    <a:pt x="0" y="0"/>
                  </a:moveTo>
                  <a:lnTo>
                    <a:pt x="0" y="7271"/>
                  </a:lnTo>
                  <a:lnTo>
                    <a:pt x="3664" y="7271"/>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a:off x="1074092" y="4545791"/>
              <a:ext cx="59696" cy="120335"/>
            </a:xfrm>
            <a:custGeom>
              <a:avLst/>
              <a:gdLst/>
              <a:ahLst/>
              <a:cxnLst/>
              <a:rect l="l" t="t" r="r" b="b"/>
              <a:pathLst>
                <a:path w="3607" h="7271" extrusionOk="0">
                  <a:moveTo>
                    <a:pt x="0" y="1"/>
                  </a:moveTo>
                  <a:lnTo>
                    <a:pt x="0" y="7271"/>
                  </a:lnTo>
                  <a:lnTo>
                    <a:pt x="3607" y="7271"/>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a:off x="1133774" y="4666116"/>
              <a:ext cx="120335" cy="60656"/>
            </a:xfrm>
            <a:custGeom>
              <a:avLst/>
              <a:gdLst/>
              <a:ahLst/>
              <a:cxnLst/>
              <a:rect l="l" t="t" r="r" b="b"/>
              <a:pathLst>
                <a:path w="7271" h="3665" extrusionOk="0">
                  <a:moveTo>
                    <a:pt x="1" y="1"/>
                  </a:moveTo>
                  <a:lnTo>
                    <a:pt x="1" y="3665"/>
                  </a:lnTo>
                  <a:lnTo>
                    <a:pt x="7271" y="3665"/>
                  </a:lnTo>
                  <a:lnTo>
                    <a:pt x="7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a:off x="1194417" y="4425466"/>
              <a:ext cx="59696" cy="120335"/>
            </a:xfrm>
            <a:custGeom>
              <a:avLst/>
              <a:gdLst/>
              <a:ahLst/>
              <a:cxnLst/>
              <a:rect l="l" t="t" r="r" b="b"/>
              <a:pathLst>
                <a:path w="3607" h="7271" extrusionOk="0">
                  <a:moveTo>
                    <a:pt x="1" y="0"/>
                  </a:moveTo>
                  <a:lnTo>
                    <a:pt x="1" y="7271"/>
                  </a:lnTo>
                  <a:lnTo>
                    <a:pt x="3607" y="7271"/>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a:off x="1254099" y="4545791"/>
              <a:ext cx="60656" cy="120335"/>
            </a:xfrm>
            <a:custGeom>
              <a:avLst/>
              <a:gdLst/>
              <a:ahLst/>
              <a:cxnLst/>
              <a:rect l="l" t="t" r="r" b="b"/>
              <a:pathLst>
                <a:path w="3665" h="7271" extrusionOk="0">
                  <a:moveTo>
                    <a:pt x="1" y="1"/>
                  </a:moveTo>
                  <a:lnTo>
                    <a:pt x="1" y="7271"/>
                  </a:lnTo>
                  <a:lnTo>
                    <a:pt x="3665" y="7271"/>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2"/>
            <p:cNvSpPr/>
            <p:nvPr/>
          </p:nvSpPr>
          <p:spPr>
            <a:xfrm>
              <a:off x="893124" y="4425466"/>
              <a:ext cx="60656" cy="60656"/>
            </a:xfrm>
            <a:custGeom>
              <a:avLst/>
              <a:gdLst/>
              <a:ahLst/>
              <a:cxnLst/>
              <a:rect l="l" t="t" r="r" b="b"/>
              <a:pathLst>
                <a:path w="3665" h="3665" extrusionOk="0">
                  <a:moveTo>
                    <a:pt x="0" y="0"/>
                  </a:moveTo>
                  <a:lnTo>
                    <a:pt x="0" y="3665"/>
                  </a:lnTo>
                  <a:lnTo>
                    <a:pt x="3664" y="3665"/>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2"/>
            <p:cNvSpPr/>
            <p:nvPr/>
          </p:nvSpPr>
          <p:spPr>
            <a:xfrm>
              <a:off x="833425" y="4486108"/>
              <a:ext cx="59712" cy="59696"/>
            </a:xfrm>
            <a:custGeom>
              <a:avLst/>
              <a:gdLst/>
              <a:ahLst/>
              <a:cxnLst/>
              <a:rect l="l" t="t" r="r" b="b"/>
              <a:pathLst>
                <a:path w="3608" h="3607" extrusionOk="0">
                  <a:moveTo>
                    <a:pt x="1" y="1"/>
                  </a:moveTo>
                  <a:lnTo>
                    <a:pt x="1" y="3607"/>
                  </a:lnTo>
                  <a:lnTo>
                    <a:pt x="3607" y="3607"/>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32"/>
          <p:cNvGrpSpPr/>
          <p:nvPr/>
        </p:nvGrpSpPr>
        <p:grpSpPr>
          <a:xfrm>
            <a:off x="2192175" y="1611263"/>
            <a:ext cx="223897" cy="223875"/>
            <a:chOff x="5557700" y="413400"/>
            <a:chExt cx="223897" cy="223875"/>
          </a:xfrm>
        </p:grpSpPr>
        <p:sp>
          <p:nvSpPr>
            <p:cNvPr id="676" name="Google Shape;676;p32"/>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2"/>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9" name="Google Shape;679;p32"/>
          <p:cNvSpPr/>
          <p:nvPr/>
        </p:nvSpPr>
        <p:spPr>
          <a:xfrm>
            <a:off x="3787643" y="1397108"/>
            <a:ext cx="1506065" cy="554875"/>
          </a:xfrm>
          <a:prstGeom prst="rect">
            <a:avLst/>
          </a:prstGeom>
        </p:spPr>
        <p:txBody>
          <a:bodyPr>
            <a:prstTxWarp prst="textPlain">
              <a:avLst/>
            </a:prstTxWarp>
          </a:bodyPr>
          <a:lstStyle/>
          <a:p>
            <a:pPr lvl="0" algn="ctr"/>
            <a:r>
              <a:rPr b="0" i="0" dirty="0">
                <a:ln w="19050" cap="flat" cmpd="sng">
                  <a:solidFill>
                    <a:schemeClr val="accent1"/>
                  </a:solidFill>
                  <a:prstDash val="solid"/>
                  <a:round/>
                  <a:headEnd type="none" w="sm" len="sm"/>
                  <a:tailEnd type="none" w="sm" len="sm"/>
                </a:ln>
                <a:noFill/>
                <a:latin typeface="Press Start 2P"/>
              </a:rPr>
              <a:t>[1]</a:t>
            </a:r>
          </a:p>
        </p:txBody>
      </p:sp>
      <p:grpSp>
        <p:nvGrpSpPr>
          <p:cNvPr id="704" name="Google Shape;704;p32"/>
          <p:cNvGrpSpPr/>
          <p:nvPr/>
        </p:nvGrpSpPr>
        <p:grpSpPr>
          <a:xfrm>
            <a:off x="6048619" y="539398"/>
            <a:ext cx="353419" cy="353419"/>
            <a:chOff x="713100" y="539400"/>
            <a:chExt cx="446575" cy="446575"/>
          </a:xfrm>
        </p:grpSpPr>
        <p:sp>
          <p:nvSpPr>
            <p:cNvPr id="705" name="Google Shape;705;p32"/>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2"/>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descr="SAVE Point | TS!Underswap Wiki | Fandom">
            <a:extLst>
              <a:ext uri="{FF2B5EF4-FFF2-40B4-BE49-F238E27FC236}">
                <a16:creationId xmlns:a16="http://schemas.microsoft.com/office/drawing/2014/main" id="{EAEC100B-1785-1737-6BC5-F8B8292F1D6A}"/>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3463807" y="2777950"/>
            <a:ext cx="647672" cy="68375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EAFCB53F-F1EA-8775-FC5E-6B1B9A0CC921}"/>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4"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33"/>
          <p:cNvSpPr/>
          <p:nvPr/>
        </p:nvSpPr>
        <p:spPr>
          <a:xfrm>
            <a:off x="1972950" y="1352049"/>
            <a:ext cx="5198100" cy="1012475"/>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2" name="Google Shape;712;p33"/>
          <p:cNvSpPr txBox="1">
            <a:spLocks noGrp="1"/>
          </p:cNvSpPr>
          <p:nvPr>
            <p:ph type="title"/>
          </p:nvPr>
        </p:nvSpPr>
        <p:spPr>
          <a:xfrm>
            <a:off x="1723950" y="1406576"/>
            <a:ext cx="5696100" cy="43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INFILTR8’S </a:t>
            </a:r>
            <a:r>
              <a:rPr lang="en" dirty="0">
                <a:solidFill>
                  <a:schemeClr val="accent5"/>
                </a:solidFill>
              </a:rPr>
              <a:t>PURPOSE_</a:t>
            </a:r>
            <a:endParaRPr dirty="0">
              <a:solidFill>
                <a:schemeClr val="accent5"/>
              </a:solidFill>
            </a:endParaRPr>
          </a:p>
        </p:txBody>
      </p:sp>
      <p:sp>
        <p:nvSpPr>
          <p:cNvPr id="713" name="Google Shape;713;p33"/>
          <p:cNvSpPr txBox="1">
            <a:spLocks noGrp="1"/>
          </p:cNvSpPr>
          <p:nvPr>
            <p:ph type="subTitle" idx="1"/>
          </p:nvPr>
        </p:nvSpPr>
        <p:spPr>
          <a:xfrm>
            <a:off x="1972950" y="2489678"/>
            <a:ext cx="5198100" cy="171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The </a:t>
            </a:r>
            <a:r>
              <a:rPr lang="en-US" sz="1200" i="1" dirty="0">
                <a:solidFill>
                  <a:schemeClr val="bg1"/>
                </a:solidFill>
              </a:rPr>
              <a:t>Intelligent Network Findings with In-Depth Learning for Targeted Reconnaissance </a:t>
            </a:r>
            <a:r>
              <a:rPr lang="en-US" sz="1200" dirty="0"/>
              <a:t>(INFILTR8) </a:t>
            </a:r>
          </a:p>
          <a:p>
            <a:pPr marL="0" lvl="0" indent="0" algn="ctr" rtl="0">
              <a:spcBef>
                <a:spcPts val="0"/>
              </a:spcBef>
              <a:spcAft>
                <a:spcPts val="0"/>
              </a:spcAft>
              <a:buNone/>
            </a:pPr>
            <a:r>
              <a:rPr lang="en-US" sz="1200" dirty="0"/>
              <a:t>system, a project developed for the DoD’s civilian contractor, </a:t>
            </a:r>
            <a:r>
              <a:rPr lang="en-US" sz="1200" dirty="0">
                <a:solidFill>
                  <a:schemeClr val="bg1"/>
                </a:solidFill>
              </a:rPr>
              <a:t>U.S. Army Combat </a:t>
            </a:r>
          </a:p>
          <a:p>
            <a:pPr marL="0" lvl="0" indent="0" algn="ctr" rtl="0">
              <a:spcBef>
                <a:spcPts val="0"/>
              </a:spcBef>
              <a:spcAft>
                <a:spcPts val="0"/>
              </a:spcAft>
              <a:buNone/>
            </a:pPr>
            <a:r>
              <a:rPr lang="en-US" sz="1200" dirty="0">
                <a:solidFill>
                  <a:schemeClr val="bg1"/>
                </a:solidFill>
              </a:rPr>
              <a:t>Capabilities Development Command</a:t>
            </a:r>
            <a:r>
              <a:rPr lang="en-US" sz="1200" dirty="0"/>
              <a:t> (DEVCOM), gives an analyst a way to facilitate and </a:t>
            </a:r>
          </a:p>
          <a:p>
            <a:pPr marL="0" lvl="0" indent="0" algn="ctr" rtl="0">
              <a:spcBef>
                <a:spcPts val="0"/>
              </a:spcBef>
              <a:spcAft>
                <a:spcPts val="0"/>
              </a:spcAft>
              <a:buNone/>
            </a:pPr>
            <a:r>
              <a:rPr lang="en-US" sz="1200" dirty="0"/>
              <a:t>expedite the penetration testing process. </a:t>
            </a:r>
          </a:p>
          <a:p>
            <a:pPr marL="0" lvl="0" indent="0" algn="ctr" rtl="0">
              <a:spcBef>
                <a:spcPts val="0"/>
              </a:spcBef>
              <a:spcAft>
                <a:spcPts val="0"/>
              </a:spcAft>
              <a:buNone/>
            </a:pPr>
            <a:endParaRPr lang="en-US" sz="1200" dirty="0"/>
          </a:p>
          <a:p>
            <a:pPr marL="0" lvl="0" indent="0" algn="ctr" rtl="0">
              <a:spcBef>
                <a:spcPts val="0"/>
              </a:spcBef>
              <a:spcAft>
                <a:spcPts val="0"/>
              </a:spcAft>
              <a:buNone/>
            </a:pPr>
            <a:r>
              <a:rPr lang="en-US" sz="1200" dirty="0"/>
              <a:t>It’s done by </a:t>
            </a:r>
            <a:r>
              <a:rPr lang="en-US" sz="1200" dirty="0">
                <a:solidFill>
                  <a:schemeClr val="bg1"/>
                </a:solidFill>
              </a:rPr>
              <a:t>ingesting reconnaissance files </a:t>
            </a:r>
            <a:r>
              <a:rPr lang="en-US" sz="1200" dirty="0"/>
              <a:t>and developing a </a:t>
            </a:r>
          </a:p>
          <a:p>
            <a:pPr marL="0" lvl="0" indent="0" algn="ctr" rtl="0">
              <a:spcBef>
                <a:spcPts val="0"/>
              </a:spcBef>
              <a:spcAft>
                <a:spcPts val="0"/>
              </a:spcAft>
              <a:buNone/>
            </a:pPr>
            <a:r>
              <a:rPr lang="en-US" sz="1200" dirty="0">
                <a:solidFill>
                  <a:schemeClr val="bg1"/>
                </a:solidFill>
              </a:rPr>
              <a:t>prioritized list of entry points </a:t>
            </a:r>
            <a:r>
              <a:rPr lang="en-US" sz="1200" dirty="0"/>
              <a:t>within the set of machines that are on the network. </a:t>
            </a:r>
          </a:p>
        </p:txBody>
      </p:sp>
      <p:grpSp>
        <p:nvGrpSpPr>
          <p:cNvPr id="714" name="Google Shape;714;p33"/>
          <p:cNvGrpSpPr/>
          <p:nvPr/>
        </p:nvGrpSpPr>
        <p:grpSpPr>
          <a:xfrm rot="974969">
            <a:off x="7818485" y="2408039"/>
            <a:ext cx="405905" cy="664678"/>
            <a:chOff x="5682075" y="1967625"/>
            <a:chExt cx="998950" cy="1635800"/>
          </a:xfrm>
        </p:grpSpPr>
        <p:sp>
          <p:nvSpPr>
            <p:cNvPr id="715" name="Google Shape;715;p33"/>
            <p:cNvSpPr/>
            <p:nvPr/>
          </p:nvSpPr>
          <p:spPr>
            <a:xfrm>
              <a:off x="5682075" y="1967625"/>
              <a:ext cx="998950" cy="1635800"/>
            </a:xfrm>
            <a:custGeom>
              <a:avLst/>
              <a:gdLst/>
              <a:ahLst/>
              <a:cxnLst/>
              <a:rect l="l" t="t" r="r" b="b"/>
              <a:pathLst>
                <a:path w="39958" h="65432" extrusionOk="0">
                  <a:moveTo>
                    <a:pt x="1" y="0"/>
                  </a:moveTo>
                  <a:lnTo>
                    <a:pt x="1" y="3664"/>
                  </a:lnTo>
                  <a:lnTo>
                    <a:pt x="1" y="7270"/>
                  </a:lnTo>
                  <a:lnTo>
                    <a:pt x="3607" y="7270"/>
                  </a:lnTo>
                  <a:lnTo>
                    <a:pt x="3607" y="21811"/>
                  </a:lnTo>
                  <a:lnTo>
                    <a:pt x="7271" y="21811"/>
                  </a:lnTo>
                  <a:lnTo>
                    <a:pt x="7271" y="25475"/>
                  </a:lnTo>
                  <a:lnTo>
                    <a:pt x="10877" y="25475"/>
                  </a:lnTo>
                  <a:lnTo>
                    <a:pt x="10877" y="29081"/>
                  </a:lnTo>
                  <a:lnTo>
                    <a:pt x="14541" y="29081"/>
                  </a:lnTo>
                  <a:lnTo>
                    <a:pt x="14541" y="32745"/>
                  </a:lnTo>
                  <a:lnTo>
                    <a:pt x="14541" y="36351"/>
                  </a:lnTo>
                  <a:lnTo>
                    <a:pt x="10877" y="36351"/>
                  </a:lnTo>
                  <a:lnTo>
                    <a:pt x="10877" y="40015"/>
                  </a:lnTo>
                  <a:lnTo>
                    <a:pt x="7271" y="40015"/>
                  </a:lnTo>
                  <a:lnTo>
                    <a:pt x="7271" y="43621"/>
                  </a:lnTo>
                  <a:lnTo>
                    <a:pt x="3607" y="43621"/>
                  </a:lnTo>
                  <a:lnTo>
                    <a:pt x="3607" y="58162"/>
                  </a:lnTo>
                  <a:lnTo>
                    <a:pt x="1" y="58162"/>
                  </a:lnTo>
                  <a:lnTo>
                    <a:pt x="1" y="61826"/>
                  </a:lnTo>
                  <a:lnTo>
                    <a:pt x="1" y="65432"/>
                  </a:lnTo>
                  <a:lnTo>
                    <a:pt x="39958" y="65432"/>
                  </a:lnTo>
                  <a:lnTo>
                    <a:pt x="39958" y="61826"/>
                  </a:lnTo>
                  <a:lnTo>
                    <a:pt x="39958" y="58162"/>
                  </a:lnTo>
                  <a:lnTo>
                    <a:pt x="36352" y="58162"/>
                  </a:lnTo>
                  <a:lnTo>
                    <a:pt x="36352" y="43621"/>
                  </a:lnTo>
                  <a:lnTo>
                    <a:pt x="32688" y="43621"/>
                  </a:lnTo>
                  <a:lnTo>
                    <a:pt x="32688" y="40015"/>
                  </a:lnTo>
                  <a:lnTo>
                    <a:pt x="29082" y="40015"/>
                  </a:lnTo>
                  <a:lnTo>
                    <a:pt x="29082" y="36351"/>
                  </a:lnTo>
                  <a:lnTo>
                    <a:pt x="25417" y="36351"/>
                  </a:lnTo>
                  <a:lnTo>
                    <a:pt x="25417" y="32745"/>
                  </a:lnTo>
                  <a:lnTo>
                    <a:pt x="25417" y="29081"/>
                  </a:lnTo>
                  <a:lnTo>
                    <a:pt x="29082" y="29081"/>
                  </a:lnTo>
                  <a:lnTo>
                    <a:pt x="29082" y="25475"/>
                  </a:lnTo>
                  <a:lnTo>
                    <a:pt x="32688" y="25475"/>
                  </a:lnTo>
                  <a:lnTo>
                    <a:pt x="32688" y="21811"/>
                  </a:lnTo>
                  <a:lnTo>
                    <a:pt x="36352" y="21811"/>
                  </a:lnTo>
                  <a:lnTo>
                    <a:pt x="36352" y="7270"/>
                  </a:lnTo>
                  <a:lnTo>
                    <a:pt x="39958" y="7270"/>
                  </a:lnTo>
                  <a:lnTo>
                    <a:pt x="39958" y="3664"/>
                  </a:lnTo>
                  <a:lnTo>
                    <a:pt x="399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6045600" y="2694625"/>
              <a:ext cx="90175" cy="181800"/>
            </a:xfrm>
            <a:custGeom>
              <a:avLst/>
              <a:gdLst/>
              <a:ahLst/>
              <a:cxnLst/>
              <a:rect l="l" t="t" r="r" b="b"/>
              <a:pathLst>
                <a:path w="3607" h="7272" extrusionOk="0">
                  <a:moveTo>
                    <a:pt x="0" y="1"/>
                  </a:moveTo>
                  <a:lnTo>
                    <a:pt x="0" y="3665"/>
                  </a:lnTo>
                  <a:lnTo>
                    <a:pt x="0" y="7271"/>
                  </a:lnTo>
                  <a:lnTo>
                    <a:pt x="3606" y="7271"/>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a:off x="5953975" y="2876400"/>
              <a:ext cx="91650" cy="91625"/>
            </a:xfrm>
            <a:custGeom>
              <a:avLst/>
              <a:gdLst/>
              <a:ahLst/>
              <a:cxnLst/>
              <a:rect l="l" t="t" r="r" b="b"/>
              <a:pathLst>
                <a:path w="3666" h="3665" extrusionOk="0">
                  <a:moveTo>
                    <a:pt x="1" y="0"/>
                  </a:moveTo>
                  <a:lnTo>
                    <a:pt x="1" y="3664"/>
                  </a:lnTo>
                  <a:lnTo>
                    <a:pt x="3665" y="3664"/>
                  </a:lnTo>
                  <a:lnTo>
                    <a:pt x="36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3"/>
            <p:cNvSpPr/>
            <p:nvPr/>
          </p:nvSpPr>
          <p:spPr>
            <a:xfrm>
              <a:off x="5863825" y="2968000"/>
              <a:ext cx="90175" cy="90175"/>
            </a:xfrm>
            <a:custGeom>
              <a:avLst/>
              <a:gdLst/>
              <a:ahLst/>
              <a:cxnLst/>
              <a:rect l="l" t="t" r="r" b="b"/>
              <a:pathLst>
                <a:path w="3607" h="3607" extrusionOk="0">
                  <a:moveTo>
                    <a:pt x="1" y="0"/>
                  </a:moveTo>
                  <a:lnTo>
                    <a:pt x="1" y="3606"/>
                  </a:lnTo>
                  <a:lnTo>
                    <a:pt x="3607" y="3606"/>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5953975" y="2604475"/>
              <a:ext cx="91650" cy="90175"/>
            </a:xfrm>
            <a:custGeom>
              <a:avLst/>
              <a:gdLst/>
              <a:ahLst/>
              <a:cxnLst/>
              <a:rect l="l" t="t" r="r" b="b"/>
              <a:pathLst>
                <a:path w="3666"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5863825" y="2512875"/>
              <a:ext cx="90175" cy="91625"/>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5682075" y="1967625"/>
              <a:ext cx="998950" cy="545275"/>
            </a:xfrm>
            <a:custGeom>
              <a:avLst/>
              <a:gdLst/>
              <a:ahLst/>
              <a:cxnLst/>
              <a:rect l="l" t="t" r="r" b="b"/>
              <a:pathLst>
                <a:path w="39958" h="21811" extrusionOk="0">
                  <a:moveTo>
                    <a:pt x="1" y="0"/>
                  </a:moveTo>
                  <a:lnTo>
                    <a:pt x="1" y="3664"/>
                  </a:lnTo>
                  <a:lnTo>
                    <a:pt x="1" y="7270"/>
                  </a:lnTo>
                  <a:lnTo>
                    <a:pt x="3607" y="7270"/>
                  </a:lnTo>
                  <a:lnTo>
                    <a:pt x="3607" y="21811"/>
                  </a:lnTo>
                  <a:lnTo>
                    <a:pt x="7271" y="21811"/>
                  </a:lnTo>
                  <a:lnTo>
                    <a:pt x="7271" y="7270"/>
                  </a:lnTo>
                  <a:lnTo>
                    <a:pt x="32688" y="7270"/>
                  </a:lnTo>
                  <a:lnTo>
                    <a:pt x="32688" y="21811"/>
                  </a:lnTo>
                  <a:lnTo>
                    <a:pt x="36352" y="21811"/>
                  </a:lnTo>
                  <a:lnTo>
                    <a:pt x="36352" y="7270"/>
                  </a:lnTo>
                  <a:lnTo>
                    <a:pt x="39958" y="7270"/>
                  </a:lnTo>
                  <a:lnTo>
                    <a:pt x="39958" y="3664"/>
                  </a:lnTo>
                  <a:lnTo>
                    <a:pt x="399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6227350" y="2694625"/>
              <a:ext cx="90175" cy="181800"/>
            </a:xfrm>
            <a:custGeom>
              <a:avLst/>
              <a:gdLst/>
              <a:ahLst/>
              <a:cxnLst/>
              <a:rect l="l" t="t" r="r" b="b"/>
              <a:pathLst>
                <a:path w="3607" h="7272" extrusionOk="0">
                  <a:moveTo>
                    <a:pt x="0" y="1"/>
                  </a:moveTo>
                  <a:lnTo>
                    <a:pt x="0" y="3665"/>
                  </a:lnTo>
                  <a:lnTo>
                    <a:pt x="0" y="7271"/>
                  </a:lnTo>
                  <a:lnTo>
                    <a:pt x="3606" y="7271"/>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6317500" y="2876400"/>
              <a:ext cx="91625" cy="91625"/>
            </a:xfrm>
            <a:custGeom>
              <a:avLst/>
              <a:gdLst/>
              <a:ahLst/>
              <a:cxnLst/>
              <a:rect l="l" t="t" r="r" b="b"/>
              <a:pathLst>
                <a:path w="3665" h="3665" extrusionOk="0">
                  <a:moveTo>
                    <a:pt x="0" y="0"/>
                  </a:moveTo>
                  <a:lnTo>
                    <a:pt x="0" y="3664"/>
                  </a:lnTo>
                  <a:lnTo>
                    <a:pt x="3665" y="3664"/>
                  </a:lnTo>
                  <a:lnTo>
                    <a:pt x="36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3"/>
            <p:cNvSpPr/>
            <p:nvPr/>
          </p:nvSpPr>
          <p:spPr>
            <a:xfrm>
              <a:off x="6409100" y="2968000"/>
              <a:ext cx="90175" cy="90175"/>
            </a:xfrm>
            <a:custGeom>
              <a:avLst/>
              <a:gdLst/>
              <a:ahLst/>
              <a:cxnLst/>
              <a:rect l="l" t="t" r="r" b="b"/>
              <a:pathLst>
                <a:path w="3607" h="3607" extrusionOk="0">
                  <a:moveTo>
                    <a:pt x="1" y="0"/>
                  </a:moveTo>
                  <a:lnTo>
                    <a:pt x="1" y="3606"/>
                  </a:lnTo>
                  <a:lnTo>
                    <a:pt x="3607" y="3606"/>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p:nvPr/>
          </p:nvSpPr>
          <p:spPr>
            <a:xfrm>
              <a:off x="6317500" y="2604475"/>
              <a:ext cx="91625" cy="90175"/>
            </a:xfrm>
            <a:custGeom>
              <a:avLst/>
              <a:gdLst/>
              <a:ahLst/>
              <a:cxnLst/>
              <a:rect l="l" t="t" r="r" b="b"/>
              <a:pathLst>
                <a:path w="3665" h="3607" extrusionOk="0">
                  <a:moveTo>
                    <a:pt x="0" y="1"/>
                  </a:moveTo>
                  <a:lnTo>
                    <a:pt x="0"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3"/>
            <p:cNvSpPr/>
            <p:nvPr/>
          </p:nvSpPr>
          <p:spPr>
            <a:xfrm>
              <a:off x="6135750" y="2512875"/>
              <a:ext cx="91625" cy="91625"/>
            </a:xfrm>
            <a:custGeom>
              <a:avLst/>
              <a:gdLst/>
              <a:ahLst/>
              <a:cxnLst/>
              <a:rect l="l" t="t" r="r" b="b"/>
              <a:pathLst>
                <a:path w="3665" h="3665" extrusionOk="0">
                  <a:moveTo>
                    <a:pt x="0" y="1"/>
                  </a:moveTo>
                  <a:lnTo>
                    <a:pt x="0" y="3665"/>
                  </a:lnTo>
                  <a:lnTo>
                    <a:pt x="3664" y="3665"/>
                  </a:lnTo>
                  <a:lnTo>
                    <a:pt x="36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3"/>
            <p:cNvSpPr/>
            <p:nvPr/>
          </p:nvSpPr>
          <p:spPr>
            <a:xfrm>
              <a:off x="6045600" y="2422725"/>
              <a:ext cx="90175" cy="90175"/>
            </a:xfrm>
            <a:custGeom>
              <a:avLst/>
              <a:gdLst/>
              <a:ahLst/>
              <a:cxnLst/>
              <a:rect l="l" t="t" r="r" b="b"/>
              <a:pathLst>
                <a:path w="3607" h="3607" extrusionOk="0">
                  <a:moveTo>
                    <a:pt x="0" y="1"/>
                  </a:moveTo>
                  <a:lnTo>
                    <a:pt x="0" y="3607"/>
                  </a:lnTo>
                  <a:lnTo>
                    <a:pt x="3606" y="3607"/>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3"/>
            <p:cNvSpPr/>
            <p:nvPr/>
          </p:nvSpPr>
          <p:spPr>
            <a:xfrm>
              <a:off x="6227350" y="2422725"/>
              <a:ext cx="90175" cy="90175"/>
            </a:xfrm>
            <a:custGeom>
              <a:avLst/>
              <a:gdLst/>
              <a:ahLst/>
              <a:cxnLst/>
              <a:rect l="l" t="t" r="r" b="b"/>
              <a:pathLst>
                <a:path w="3607" h="3607" extrusionOk="0">
                  <a:moveTo>
                    <a:pt x="0" y="1"/>
                  </a:moveTo>
                  <a:lnTo>
                    <a:pt x="0" y="3607"/>
                  </a:lnTo>
                  <a:lnTo>
                    <a:pt x="3606" y="3607"/>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3"/>
            <p:cNvSpPr/>
            <p:nvPr/>
          </p:nvSpPr>
          <p:spPr>
            <a:xfrm>
              <a:off x="6409100" y="2512875"/>
              <a:ext cx="90175" cy="91625"/>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3"/>
            <p:cNvSpPr/>
            <p:nvPr/>
          </p:nvSpPr>
          <p:spPr>
            <a:xfrm>
              <a:off x="5682075" y="3058150"/>
              <a:ext cx="998950" cy="545275"/>
            </a:xfrm>
            <a:custGeom>
              <a:avLst/>
              <a:gdLst/>
              <a:ahLst/>
              <a:cxnLst/>
              <a:rect l="l" t="t" r="r" b="b"/>
              <a:pathLst>
                <a:path w="39958" h="21811" extrusionOk="0">
                  <a:moveTo>
                    <a:pt x="3607" y="0"/>
                  </a:moveTo>
                  <a:lnTo>
                    <a:pt x="3607" y="14541"/>
                  </a:lnTo>
                  <a:lnTo>
                    <a:pt x="1" y="14541"/>
                  </a:lnTo>
                  <a:lnTo>
                    <a:pt x="1" y="18205"/>
                  </a:lnTo>
                  <a:lnTo>
                    <a:pt x="1" y="21811"/>
                  </a:lnTo>
                  <a:lnTo>
                    <a:pt x="39958" y="21811"/>
                  </a:lnTo>
                  <a:lnTo>
                    <a:pt x="39958" y="18205"/>
                  </a:lnTo>
                  <a:lnTo>
                    <a:pt x="39958" y="14541"/>
                  </a:lnTo>
                  <a:lnTo>
                    <a:pt x="36352" y="14541"/>
                  </a:lnTo>
                  <a:lnTo>
                    <a:pt x="36352" y="0"/>
                  </a:lnTo>
                  <a:lnTo>
                    <a:pt x="32688" y="0"/>
                  </a:lnTo>
                  <a:lnTo>
                    <a:pt x="32688" y="14541"/>
                  </a:lnTo>
                  <a:lnTo>
                    <a:pt x="7271" y="14541"/>
                  </a:lnTo>
                  <a:lnTo>
                    <a:pt x="72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3"/>
            <p:cNvSpPr/>
            <p:nvPr/>
          </p:nvSpPr>
          <p:spPr>
            <a:xfrm>
              <a:off x="5953975" y="3058150"/>
              <a:ext cx="455150" cy="273375"/>
            </a:xfrm>
            <a:custGeom>
              <a:avLst/>
              <a:gdLst/>
              <a:ahLst/>
              <a:cxnLst/>
              <a:rect l="l" t="t" r="r" b="b"/>
              <a:pathLst>
                <a:path w="18206" h="10935" extrusionOk="0">
                  <a:moveTo>
                    <a:pt x="7271" y="0"/>
                  </a:moveTo>
                  <a:lnTo>
                    <a:pt x="7271" y="3665"/>
                  </a:lnTo>
                  <a:lnTo>
                    <a:pt x="3665" y="3665"/>
                  </a:lnTo>
                  <a:lnTo>
                    <a:pt x="3665" y="7271"/>
                  </a:lnTo>
                  <a:lnTo>
                    <a:pt x="1" y="7271"/>
                  </a:lnTo>
                  <a:lnTo>
                    <a:pt x="1" y="10935"/>
                  </a:lnTo>
                  <a:lnTo>
                    <a:pt x="18206" y="10935"/>
                  </a:lnTo>
                  <a:lnTo>
                    <a:pt x="18206" y="7271"/>
                  </a:lnTo>
                  <a:lnTo>
                    <a:pt x="14541" y="7271"/>
                  </a:lnTo>
                  <a:lnTo>
                    <a:pt x="14541" y="3665"/>
                  </a:lnTo>
                  <a:lnTo>
                    <a:pt x="10935" y="3665"/>
                  </a:lnTo>
                  <a:lnTo>
                    <a:pt x="109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732;p33"/>
          <p:cNvGrpSpPr/>
          <p:nvPr/>
        </p:nvGrpSpPr>
        <p:grpSpPr>
          <a:xfrm>
            <a:off x="7668019" y="951124"/>
            <a:ext cx="353419" cy="353419"/>
            <a:chOff x="713100" y="539400"/>
            <a:chExt cx="446575" cy="446575"/>
          </a:xfrm>
        </p:grpSpPr>
        <p:sp>
          <p:nvSpPr>
            <p:cNvPr id="733" name="Google Shape;733;p33"/>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3"/>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33"/>
          <p:cNvGrpSpPr/>
          <p:nvPr/>
        </p:nvGrpSpPr>
        <p:grpSpPr>
          <a:xfrm>
            <a:off x="2260104" y="254109"/>
            <a:ext cx="223897" cy="223875"/>
            <a:chOff x="5557700" y="413400"/>
            <a:chExt cx="223897" cy="223875"/>
          </a:xfrm>
        </p:grpSpPr>
        <p:sp>
          <p:nvSpPr>
            <p:cNvPr id="736" name="Google Shape;736;p3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 name="Google Shape;739;p33"/>
          <p:cNvGrpSpPr/>
          <p:nvPr/>
        </p:nvGrpSpPr>
        <p:grpSpPr>
          <a:xfrm>
            <a:off x="623709" y="390154"/>
            <a:ext cx="517231" cy="751916"/>
            <a:chOff x="436538" y="4047749"/>
            <a:chExt cx="553129" cy="804102"/>
          </a:xfrm>
        </p:grpSpPr>
        <p:sp>
          <p:nvSpPr>
            <p:cNvPr id="740" name="Google Shape;740;p33"/>
            <p:cNvSpPr/>
            <p:nvPr/>
          </p:nvSpPr>
          <p:spPr>
            <a:xfrm>
              <a:off x="788476" y="4047749"/>
              <a:ext cx="150733" cy="150733"/>
            </a:xfrm>
            <a:custGeom>
              <a:avLst/>
              <a:gdLst/>
              <a:ahLst/>
              <a:cxnLst/>
              <a:rect l="l" t="t" r="r" b="b"/>
              <a:pathLst>
                <a:path w="18877" h="18877" extrusionOk="0">
                  <a:moveTo>
                    <a:pt x="6323" y="1"/>
                  </a:moveTo>
                  <a:lnTo>
                    <a:pt x="6323" y="6323"/>
                  </a:lnTo>
                  <a:lnTo>
                    <a:pt x="1" y="6323"/>
                  </a:lnTo>
                  <a:lnTo>
                    <a:pt x="1" y="12554"/>
                  </a:lnTo>
                  <a:lnTo>
                    <a:pt x="6232" y="12554"/>
                  </a:lnTo>
                  <a:lnTo>
                    <a:pt x="6232" y="18876"/>
                  </a:lnTo>
                  <a:lnTo>
                    <a:pt x="12554" y="18876"/>
                  </a:lnTo>
                  <a:lnTo>
                    <a:pt x="12554" y="12554"/>
                  </a:lnTo>
                  <a:lnTo>
                    <a:pt x="18876" y="12554"/>
                  </a:lnTo>
                  <a:lnTo>
                    <a:pt x="18876" y="6323"/>
                  </a:lnTo>
                  <a:lnTo>
                    <a:pt x="12554" y="6323"/>
                  </a:lnTo>
                  <a:lnTo>
                    <a:pt x="125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3"/>
            <p:cNvSpPr/>
            <p:nvPr/>
          </p:nvSpPr>
          <p:spPr>
            <a:xfrm>
              <a:off x="838242" y="4098234"/>
              <a:ext cx="50489" cy="49771"/>
            </a:xfrm>
            <a:custGeom>
              <a:avLst/>
              <a:gdLst/>
              <a:ahLst/>
              <a:cxnLst/>
              <a:rect l="l" t="t" r="r" b="b"/>
              <a:pathLst>
                <a:path w="6323" h="6233" extrusionOk="0">
                  <a:moveTo>
                    <a:pt x="0" y="1"/>
                  </a:moveTo>
                  <a:lnTo>
                    <a:pt x="0" y="6232"/>
                  </a:lnTo>
                  <a:lnTo>
                    <a:pt x="6322" y="6232"/>
                  </a:lnTo>
                  <a:lnTo>
                    <a:pt x="63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3"/>
            <p:cNvSpPr/>
            <p:nvPr/>
          </p:nvSpPr>
          <p:spPr>
            <a:xfrm>
              <a:off x="737992" y="4148000"/>
              <a:ext cx="50489" cy="50489"/>
            </a:xfrm>
            <a:custGeom>
              <a:avLst/>
              <a:gdLst/>
              <a:ahLst/>
              <a:cxnLst/>
              <a:rect l="l" t="t" r="r" b="b"/>
              <a:pathLst>
                <a:path w="6323" h="6323" extrusionOk="0">
                  <a:moveTo>
                    <a:pt x="1" y="0"/>
                  </a:moveTo>
                  <a:lnTo>
                    <a:pt x="1" y="6322"/>
                  </a:lnTo>
                  <a:lnTo>
                    <a:pt x="6323" y="6322"/>
                  </a:lnTo>
                  <a:lnTo>
                    <a:pt x="63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3"/>
            <p:cNvSpPr/>
            <p:nvPr/>
          </p:nvSpPr>
          <p:spPr>
            <a:xfrm>
              <a:off x="687515" y="4198484"/>
              <a:ext cx="50481" cy="50489"/>
            </a:xfrm>
            <a:custGeom>
              <a:avLst/>
              <a:gdLst/>
              <a:ahLst/>
              <a:cxnLst/>
              <a:rect l="l" t="t" r="r" b="b"/>
              <a:pathLst>
                <a:path w="6322" h="6323" extrusionOk="0">
                  <a:moveTo>
                    <a:pt x="0" y="0"/>
                  </a:moveTo>
                  <a:lnTo>
                    <a:pt x="0" y="6322"/>
                  </a:lnTo>
                  <a:lnTo>
                    <a:pt x="6322" y="6322"/>
                  </a:lnTo>
                  <a:lnTo>
                    <a:pt x="63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3"/>
            <p:cNvSpPr/>
            <p:nvPr/>
          </p:nvSpPr>
          <p:spPr>
            <a:xfrm>
              <a:off x="436538" y="4248968"/>
              <a:ext cx="553129" cy="602883"/>
            </a:xfrm>
            <a:custGeom>
              <a:avLst/>
              <a:gdLst/>
              <a:ahLst/>
              <a:cxnLst/>
              <a:rect l="l" t="t" r="r" b="b"/>
              <a:pathLst>
                <a:path w="69271" h="75502" extrusionOk="0">
                  <a:moveTo>
                    <a:pt x="25198" y="0"/>
                  </a:moveTo>
                  <a:lnTo>
                    <a:pt x="25198" y="6232"/>
                  </a:lnTo>
                  <a:lnTo>
                    <a:pt x="25198" y="12554"/>
                  </a:lnTo>
                  <a:lnTo>
                    <a:pt x="12554" y="12554"/>
                  </a:lnTo>
                  <a:lnTo>
                    <a:pt x="12554" y="18875"/>
                  </a:lnTo>
                  <a:lnTo>
                    <a:pt x="6322" y="18875"/>
                  </a:lnTo>
                  <a:lnTo>
                    <a:pt x="6322" y="25107"/>
                  </a:lnTo>
                  <a:lnTo>
                    <a:pt x="6322" y="31429"/>
                  </a:lnTo>
                  <a:lnTo>
                    <a:pt x="0" y="31429"/>
                  </a:lnTo>
                  <a:lnTo>
                    <a:pt x="0" y="37751"/>
                  </a:lnTo>
                  <a:lnTo>
                    <a:pt x="0" y="43982"/>
                  </a:lnTo>
                  <a:lnTo>
                    <a:pt x="0" y="50304"/>
                  </a:lnTo>
                  <a:lnTo>
                    <a:pt x="6322" y="50304"/>
                  </a:lnTo>
                  <a:lnTo>
                    <a:pt x="6322" y="56626"/>
                  </a:lnTo>
                  <a:lnTo>
                    <a:pt x="6322" y="62858"/>
                  </a:lnTo>
                  <a:lnTo>
                    <a:pt x="12644" y="62858"/>
                  </a:lnTo>
                  <a:lnTo>
                    <a:pt x="12644" y="69180"/>
                  </a:lnTo>
                  <a:lnTo>
                    <a:pt x="25198" y="69180"/>
                  </a:lnTo>
                  <a:lnTo>
                    <a:pt x="25198" y="75501"/>
                  </a:lnTo>
                  <a:lnTo>
                    <a:pt x="44073" y="75501"/>
                  </a:lnTo>
                  <a:lnTo>
                    <a:pt x="44073" y="69180"/>
                  </a:lnTo>
                  <a:lnTo>
                    <a:pt x="56626" y="69180"/>
                  </a:lnTo>
                  <a:lnTo>
                    <a:pt x="56626" y="62858"/>
                  </a:lnTo>
                  <a:lnTo>
                    <a:pt x="62948" y="62858"/>
                  </a:lnTo>
                  <a:lnTo>
                    <a:pt x="62948" y="56626"/>
                  </a:lnTo>
                  <a:lnTo>
                    <a:pt x="62948" y="50304"/>
                  </a:lnTo>
                  <a:lnTo>
                    <a:pt x="69270" y="50304"/>
                  </a:lnTo>
                  <a:lnTo>
                    <a:pt x="69270" y="43982"/>
                  </a:lnTo>
                  <a:lnTo>
                    <a:pt x="69270" y="37751"/>
                  </a:lnTo>
                  <a:lnTo>
                    <a:pt x="69180" y="37751"/>
                  </a:lnTo>
                  <a:lnTo>
                    <a:pt x="69180" y="31429"/>
                  </a:lnTo>
                  <a:lnTo>
                    <a:pt x="62948" y="31429"/>
                  </a:lnTo>
                  <a:lnTo>
                    <a:pt x="62948" y="25107"/>
                  </a:lnTo>
                  <a:lnTo>
                    <a:pt x="62948" y="18875"/>
                  </a:lnTo>
                  <a:lnTo>
                    <a:pt x="56626" y="18875"/>
                  </a:lnTo>
                  <a:lnTo>
                    <a:pt x="56626" y="12554"/>
                  </a:lnTo>
                  <a:lnTo>
                    <a:pt x="44073" y="12554"/>
                  </a:lnTo>
                  <a:lnTo>
                    <a:pt x="44073" y="6232"/>
                  </a:lnTo>
                  <a:lnTo>
                    <a:pt x="440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3"/>
            <p:cNvSpPr/>
            <p:nvPr/>
          </p:nvSpPr>
          <p:spPr>
            <a:xfrm>
              <a:off x="536780" y="4449461"/>
              <a:ext cx="150733" cy="150725"/>
            </a:xfrm>
            <a:custGeom>
              <a:avLst/>
              <a:gdLst/>
              <a:ahLst/>
              <a:cxnLst/>
              <a:rect l="l" t="t" r="r" b="b"/>
              <a:pathLst>
                <a:path w="18877" h="18876" extrusionOk="0">
                  <a:moveTo>
                    <a:pt x="6323" y="0"/>
                  </a:moveTo>
                  <a:lnTo>
                    <a:pt x="6323" y="6322"/>
                  </a:lnTo>
                  <a:lnTo>
                    <a:pt x="1" y="6322"/>
                  </a:lnTo>
                  <a:lnTo>
                    <a:pt x="1" y="12644"/>
                  </a:lnTo>
                  <a:lnTo>
                    <a:pt x="91" y="12644"/>
                  </a:lnTo>
                  <a:lnTo>
                    <a:pt x="91" y="18875"/>
                  </a:lnTo>
                  <a:lnTo>
                    <a:pt x="12645" y="18875"/>
                  </a:lnTo>
                  <a:lnTo>
                    <a:pt x="12645" y="12644"/>
                  </a:lnTo>
                  <a:lnTo>
                    <a:pt x="18876" y="12644"/>
                  </a:lnTo>
                  <a:lnTo>
                    <a:pt x="18876" y="6322"/>
                  </a:lnTo>
                  <a:lnTo>
                    <a:pt x="188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33"/>
          <p:cNvGrpSpPr/>
          <p:nvPr/>
        </p:nvGrpSpPr>
        <p:grpSpPr>
          <a:xfrm>
            <a:off x="4840300" y="727250"/>
            <a:ext cx="223897" cy="223875"/>
            <a:chOff x="5557700" y="413400"/>
            <a:chExt cx="223897" cy="223875"/>
          </a:xfrm>
        </p:grpSpPr>
        <p:sp>
          <p:nvSpPr>
            <p:cNvPr id="747" name="Google Shape;747;p33"/>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3"/>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3"/>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2">
            <a:extLst>
              <a:ext uri="{FF2B5EF4-FFF2-40B4-BE49-F238E27FC236}">
                <a16:creationId xmlns:a16="http://schemas.microsoft.com/office/drawing/2014/main" id="{F5A6F2A0-B0F6-FFFD-2DE6-0CC9FDA90E5C}"/>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2" name="Picture 2">
            <a:extLst>
              <a:ext uri="{FF2B5EF4-FFF2-40B4-BE49-F238E27FC236}">
                <a16:creationId xmlns:a16="http://schemas.microsoft.com/office/drawing/2014/main" id="{67055EE5-AC00-7CE3-1AB7-2530830E3032}"/>
              </a:ext>
            </a:extLst>
          </p:cNvPr>
          <p:cNvPicPr>
            <a:picLocks noChangeAspect="1" noChangeArrowheads="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518381" y="3486271"/>
            <a:ext cx="1517904" cy="15179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35"/>
          <p:cNvSpPr/>
          <p:nvPr/>
        </p:nvSpPr>
        <p:spPr>
          <a:xfrm>
            <a:off x="1178144" y="1272405"/>
            <a:ext cx="6772800" cy="2762885"/>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5"/>
          <p:cNvSpPr txBox="1">
            <a:spLocks noGrp="1"/>
          </p:cNvSpPr>
          <p:nvPr>
            <p:ph type="title"/>
          </p:nvPr>
        </p:nvSpPr>
        <p:spPr>
          <a:xfrm>
            <a:off x="1177565" y="1318440"/>
            <a:ext cx="6772800" cy="103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BASED ON THE WAY WE WORKED </a:t>
            </a:r>
            <a:r>
              <a:rPr lang="en" sz="2400" dirty="0">
                <a:solidFill>
                  <a:schemeClr val="accent5"/>
                </a:solidFill>
              </a:rPr>
              <a:t>LAST SEMESTER</a:t>
            </a:r>
            <a:r>
              <a:rPr lang="en" sz="2400" dirty="0"/>
              <a:t>,WE </a:t>
            </a:r>
            <a:r>
              <a:rPr lang="en" sz="2400" dirty="0">
                <a:solidFill>
                  <a:schemeClr val="bg1"/>
                </a:solidFill>
              </a:rPr>
              <a:t>PLANNED</a:t>
            </a:r>
            <a:r>
              <a:rPr lang="en" sz="2400" dirty="0"/>
              <a:t> TO USE…</a:t>
            </a:r>
            <a:endParaRPr sz="2400" dirty="0"/>
          </a:p>
        </p:txBody>
      </p:sp>
      <p:sp>
        <p:nvSpPr>
          <p:cNvPr id="807" name="Google Shape;807;p35"/>
          <p:cNvSpPr/>
          <p:nvPr/>
        </p:nvSpPr>
        <p:spPr>
          <a:xfrm>
            <a:off x="2326163" y="3097179"/>
            <a:ext cx="4475604" cy="761850"/>
          </a:xfrm>
          <a:prstGeom prst="rect">
            <a:avLst/>
          </a:prstGeom>
        </p:spPr>
        <p:txBody>
          <a:bodyPr>
            <a:prstTxWarp prst="textPlain">
              <a:avLst/>
            </a:prstTxWarp>
          </a:bodyPr>
          <a:lstStyle/>
          <a:p>
            <a:pPr lvl="0" algn="ctr"/>
            <a:r>
              <a:rPr lang="en-US" b="0" i="0" dirty="0">
                <a:ln w="19050" cap="flat" cmpd="sng">
                  <a:solidFill>
                    <a:schemeClr val="accent1"/>
                  </a:solidFill>
                  <a:prstDash val="solid"/>
                  <a:round/>
                  <a:headEnd type="none" w="sm" len="sm"/>
                  <a:tailEnd type="none" w="sm" len="sm"/>
                </a:ln>
                <a:solidFill>
                  <a:schemeClr val="bg1"/>
                </a:solidFill>
                <a:latin typeface="Press Start 2P"/>
              </a:rPr>
              <a:t>AGILE Software Development</a:t>
            </a:r>
            <a:r>
              <a:rPr b="0" i="0" dirty="0">
                <a:ln w="19050" cap="flat" cmpd="sng">
                  <a:solidFill>
                    <a:schemeClr val="accent1"/>
                  </a:solidFill>
                  <a:prstDash val="solid"/>
                  <a:round/>
                  <a:headEnd type="none" w="sm" len="sm"/>
                  <a:tailEnd type="none" w="sm" len="sm"/>
                </a:ln>
                <a:solidFill>
                  <a:schemeClr val="bg1"/>
                </a:solidFill>
                <a:latin typeface="Press Start 2P"/>
              </a:rPr>
              <a:t>_</a:t>
            </a:r>
          </a:p>
        </p:txBody>
      </p:sp>
      <p:grpSp>
        <p:nvGrpSpPr>
          <p:cNvPr id="808" name="Google Shape;808;p35"/>
          <p:cNvGrpSpPr/>
          <p:nvPr/>
        </p:nvGrpSpPr>
        <p:grpSpPr>
          <a:xfrm>
            <a:off x="7375530" y="3153482"/>
            <a:ext cx="405873" cy="664626"/>
            <a:chOff x="5682075" y="1967625"/>
            <a:chExt cx="998950" cy="1635800"/>
          </a:xfrm>
        </p:grpSpPr>
        <p:sp>
          <p:nvSpPr>
            <p:cNvPr id="809" name="Google Shape;809;p35"/>
            <p:cNvSpPr/>
            <p:nvPr/>
          </p:nvSpPr>
          <p:spPr>
            <a:xfrm>
              <a:off x="5682075" y="1967625"/>
              <a:ext cx="998950" cy="1635800"/>
            </a:xfrm>
            <a:custGeom>
              <a:avLst/>
              <a:gdLst/>
              <a:ahLst/>
              <a:cxnLst/>
              <a:rect l="l" t="t" r="r" b="b"/>
              <a:pathLst>
                <a:path w="39958" h="65432" extrusionOk="0">
                  <a:moveTo>
                    <a:pt x="1" y="0"/>
                  </a:moveTo>
                  <a:lnTo>
                    <a:pt x="1" y="3664"/>
                  </a:lnTo>
                  <a:lnTo>
                    <a:pt x="1" y="7270"/>
                  </a:lnTo>
                  <a:lnTo>
                    <a:pt x="3607" y="7270"/>
                  </a:lnTo>
                  <a:lnTo>
                    <a:pt x="3607" y="21811"/>
                  </a:lnTo>
                  <a:lnTo>
                    <a:pt x="7271" y="21811"/>
                  </a:lnTo>
                  <a:lnTo>
                    <a:pt x="7271" y="25475"/>
                  </a:lnTo>
                  <a:lnTo>
                    <a:pt x="10877" y="25475"/>
                  </a:lnTo>
                  <a:lnTo>
                    <a:pt x="10877" y="29081"/>
                  </a:lnTo>
                  <a:lnTo>
                    <a:pt x="14541" y="29081"/>
                  </a:lnTo>
                  <a:lnTo>
                    <a:pt x="14541" y="32745"/>
                  </a:lnTo>
                  <a:lnTo>
                    <a:pt x="14541" y="36351"/>
                  </a:lnTo>
                  <a:lnTo>
                    <a:pt x="10877" y="36351"/>
                  </a:lnTo>
                  <a:lnTo>
                    <a:pt x="10877" y="40015"/>
                  </a:lnTo>
                  <a:lnTo>
                    <a:pt x="7271" y="40015"/>
                  </a:lnTo>
                  <a:lnTo>
                    <a:pt x="7271" y="43621"/>
                  </a:lnTo>
                  <a:lnTo>
                    <a:pt x="3607" y="43621"/>
                  </a:lnTo>
                  <a:lnTo>
                    <a:pt x="3607" y="58162"/>
                  </a:lnTo>
                  <a:lnTo>
                    <a:pt x="1" y="58162"/>
                  </a:lnTo>
                  <a:lnTo>
                    <a:pt x="1" y="61826"/>
                  </a:lnTo>
                  <a:lnTo>
                    <a:pt x="1" y="65432"/>
                  </a:lnTo>
                  <a:lnTo>
                    <a:pt x="39958" y="65432"/>
                  </a:lnTo>
                  <a:lnTo>
                    <a:pt x="39958" y="61826"/>
                  </a:lnTo>
                  <a:lnTo>
                    <a:pt x="39958" y="58162"/>
                  </a:lnTo>
                  <a:lnTo>
                    <a:pt x="36352" y="58162"/>
                  </a:lnTo>
                  <a:lnTo>
                    <a:pt x="36352" y="43621"/>
                  </a:lnTo>
                  <a:lnTo>
                    <a:pt x="32688" y="43621"/>
                  </a:lnTo>
                  <a:lnTo>
                    <a:pt x="32688" y="40015"/>
                  </a:lnTo>
                  <a:lnTo>
                    <a:pt x="29082" y="40015"/>
                  </a:lnTo>
                  <a:lnTo>
                    <a:pt x="29082" y="36351"/>
                  </a:lnTo>
                  <a:lnTo>
                    <a:pt x="25417" y="36351"/>
                  </a:lnTo>
                  <a:lnTo>
                    <a:pt x="25417" y="32745"/>
                  </a:lnTo>
                  <a:lnTo>
                    <a:pt x="25417" y="29081"/>
                  </a:lnTo>
                  <a:lnTo>
                    <a:pt x="29082" y="29081"/>
                  </a:lnTo>
                  <a:lnTo>
                    <a:pt x="29082" y="25475"/>
                  </a:lnTo>
                  <a:lnTo>
                    <a:pt x="32688" y="25475"/>
                  </a:lnTo>
                  <a:lnTo>
                    <a:pt x="32688" y="21811"/>
                  </a:lnTo>
                  <a:lnTo>
                    <a:pt x="36352" y="21811"/>
                  </a:lnTo>
                  <a:lnTo>
                    <a:pt x="36352" y="7270"/>
                  </a:lnTo>
                  <a:lnTo>
                    <a:pt x="39958" y="7270"/>
                  </a:lnTo>
                  <a:lnTo>
                    <a:pt x="39958" y="3664"/>
                  </a:lnTo>
                  <a:lnTo>
                    <a:pt x="399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5"/>
            <p:cNvSpPr/>
            <p:nvPr/>
          </p:nvSpPr>
          <p:spPr>
            <a:xfrm>
              <a:off x="6045600" y="2694625"/>
              <a:ext cx="90175" cy="181800"/>
            </a:xfrm>
            <a:custGeom>
              <a:avLst/>
              <a:gdLst/>
              <a:ahLst/>
              <a:cxnLst/>
              <a:rect l="l" t="t" r="r" b="b"/>
              <a:pathLst>
                <a:path w="3607" h="7272" extrusionOk="0">
                  <a:moveTo>
                    <a:pt x="0" y="1"/>
                  </a:moveTo>
                  <a:lnTo>
                    <a:pt x="0" y="3665"/>
                  </a:lnTo>
                  <a:lnTo>
                    <a:pt x="0" y="7271"/>
                  </a:lnTo>
                  <a:lnTo>
                    <a:pt x="3606" y="7271"/>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5"/>
            <p:cNvSpPr/>
            <p:nvPr/>
          </p:nvSpPr>
          <p:spPr>
            <a:xfrm>
              <a:off x="5953975" y="2876400"/>
              <a:ext cx="91650" cy="91625"/>
            </a:xfrm>
            <a:custGeom>
              <a:avLst/>
              <a:gdLst/>
              <a:ahLst/>
              <a:cxnLst/>
              <a:rect l="l" t="t" r="r" b="b"/>
              <a:pathLst>
                <a:path w="3666" h="3665" extrusionOk="0">
                  <a:moveTo>
                    <a:pt x="1" y="0"/>
                  </a:moveTo>
                  <a:lnTo>
                    <a:pt x="1" y="3664"/>
                  </a:lnTo>
                  <a:lnTo>
                    <a:pt x="3665" y="3664"/>
                  </a:lnTo>
                  <a:lnTo>
                    <a:pt x="36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5"/>
            <p:cNvSpPr/>
            <p:nvPr/>
          </p:nvSpPr>
          <p:spPr>
            <a:xfrm>
              <a:off x="5863825" y="2968000"/>
              <a:ext cx="90175" cy="90175"/>
            </a:xfrm>
            <a:custGeom>
              <a:avLst/>
              <a:gdLst/>
              <a:ahLst/>
              <a:cxnLst/>
              <a:rect l="l" t="t" r="r" b="b"/>
              <a:pathLst>
                <a:path w="3607" h="3607" extrusionOk="0">
                  <a:moveTo>
                    <a:pt x="1" y="0"/>
                  </a:moveTo>
                  <a:lnTo>
                    <a:pt x="1" y="3606"/>
                  </a:lnTo>
                  <a:lnTo>
                    <a:pt x="3607" y="3606"/>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5"/>
            <p:cNvSpPr/>
            <p:nvPr/>
          </p:nvSpPr>
          <p:spPr>
            <a:xfrm>
              <a:off x="5953975" y="2604475"/>
              <a:ext cx="91650" cy="90175"/>
            </a:xfrm>
            <a:custGeom>
              <a:avLst/>
              <a:gdLst/>
              <a:ahLst/>
              <a:cxnLst/>
              <a:rect l="l" t="t" r="r" b="b"/>
              <a:pathLst>
                <a:path w="3666"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5"/>
            <p:cNvSpPr/>
            <p:nvPr/>
          </p:nvSpPr>
          <p:spPr>
            <a:xfrm>
              <a:off x="5863825" y="2512875"/>
              <a:ext cx="90175" cy="91625"/>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5"/>
            <p:cNvSpPr/>
            <p:nvPr/>
          </p:nvSpPr>
          <p:spPr>
            <a:xfrm>
              <a:off x="5682075" y="1967625"/>
              <a:ext cx="998950" cy="545275"/>
            </a:xfrm>
            <a:custGeom>
              <a:avLst/>
              <a:gdLst/>
              <a:ahLst/>
              <a:cxnLst/>
              <a:rect l="l" t="t" r="r" b="b"/>
              <a:pathLst>
                <a:path w="39958" h="21811" extrusionOk="0">
                  <a:moveTo>
                    <a:pt x="1" y="0"/>
                  </a:moveTo>
                  <a:lnTo>
                    <a:pt x="1" y="3664"/>
                  </a:lnTo>
                  <a:lnTo>
                    <a:pt x="1" y="7270"/>
                  </a:lnTo>
                  <a:lnTo>
                    <a:pt x="3607" y="7270"/>
                  </a:lnTo>
                  <a:lnTo>
                    <a:pt x="3607" y="21811"/>
                  </a:lnTo>
                  <a:lnTo>
                    <a:pt x="7271" y="21811"/>
                  </a:lnTo>
                  <a:lnTo>
                    <a:pt x="7271" y="7270"/>
                  </a:lnTo>
                  <a:lnTo>
                    <a:pt x="32688" y="7270"/>
                  </a:lnTo>
                  <a:lnTo>
                    <a:pt x="32688" y="21811"/>
                  </a:lnTo>
                  <a:lnTo>
                    <a:pt x="36352" y="21811"/>
                  </a:lnTo>
                  <a:lnTo>
                    <a:pt x="36352" y="7270"/>
                  </a:lnTo>
                  <a:lnTo>
                    <a:pt x="39958" y="7270"/>
                  </a:lnTo>
                  <a:lnTo>
                    <a:pt x="39958" y="3664"/>
                  </a:lnTo>
                  <a:lnTo>
                    <a:pt x="399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5"/>
            <p:cNvSpPr/>
            <p:nvPr/>
          </p:nvSpPr>
          <p:spPr>
            <a:xfrm>
              <a:off x="6227350" y="2694625"/>
              <a:ext cx="90175" cy="181800"/>
            </a:xfrm>
            <a:custGeom>
              <a:avLst/>
              <a:gdLst/>
              <a:ahLst/>
              <a:cxnLst/>
              <a:rect l="l" t="t" r="r" b="b"/>
              <a:pathLst>
                <a:path w="3607" h="7272" extrusionOk="0">
                  <a:moveTo>
                    <a:pt x="0" y="1"/>
                  </a:moveTo>
                  <a:lnTo>
                    <a:pt x="0" y="3665"/>
                  </a:lnTo>
                  <a:lnTo>
                    <a:pt x="0" y="7271"/>
                  </a:lnTo>
                  <a:lnTo>
                    <a:pt x="3606" y="7271"/>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5"/>
            <p:cNvSpPr/>
            <p:nvPr/>
          </p:nvSpPr>
          <p:spPr>
            <a:xfrm>
              <a:off x="6317500" y="2876400"/>
              <a:ext cx="91625" cy="91625"/>
            </a:xfrm>
            <a:custGeom>
              <a:avLst/>
              <a:gdLst/>
              <a:ahLst/>
              <a:cxnLst/>
              <a:rect l="l" t="t" r="r" b="b"/>
              <a:pathLst>
                <a:path w="3665" h="3665" extrusionOk="0">
                  <a:moveTo>
                    <a:pt x="0" y="0"/>
                  </a:moveTo>
                  <a:lnTo>
                    <a:pt x="0" y="3664"/>
                  </a:lnTo>
                  <a:lnTo>
                    <a:pt x="3665" y="3664"/>
                  </a:lnTo>
                  <a:lnTo>
                    <a:pt x="36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5"/>
            <p:cNvSpPr/>
            <p:nvPr/>
          </p:nvSpPr>
          <p:spPr>
            <a:xfrm>
              <a:off x="6409100" y="2968000"/>
              <a:ext cx="90175" cy="90175"/>
            </a:xfrm>
            <a:custGeom>
              <a:avLst/>
              <a:gdLst/>
              <a:ahLst/>
              <a:cxnLst/>
              <a:rect l="l" t="t" r="r" b="b"/>
              <a:pathLst>
                <a:path w="3607" h="3607" extrusionOk="0">
                  <a:moveTo>
                    <a:pt x="1" y="0"/>
                  </a:moveTo>
                  <a:lnTo>
                    <a:pt x="1" y="3606"/>
                  </a:lnTo>
                  <a:lnTo>
                    <a:pt x="3607" y="3606"/>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5"/>
            <p:cNvSpPr/>
            <p:nvPr/>
          </p:nvSpPr>
          <p:spPr>
            <a:xfrm>
              <a:off x="6317500" y="2604475"/>
              <a:ext cx="91625" cy="90175"/>
            </a:xfrm>
            <a:custGeom>
              <a:avLst/>
              <a:gdLst/>
              <a:ahLst/>
              <a:cxnLst/>
              <a:rect l="l" t="t" r="r" b="b"/>
              <a:pathLst>
                <a:path w="3665" h="3607" extrusionOk="0">
                  <a:moveTo>
                    <a:pt x="0" y="1"/>
                  </a:moveTo>
                  <a:lnTo>
                    <a:pt x="0"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5"/>
            <p:cNvSpPr/>
            <p:nvPr/>
          </p:nvSpPr>
          <p:spPr>
            <a:xfrm>
              <a:off x="6135750" y="2512875"/>
              <a:ext cx="91625" cy="91625"/>
            </a:xfrm>
            <a:custGeom>
              <a:avLst/>
              <a:gdLst/>
              <a:ahLst/>
              <a:cxnLst/>
              <a:rect l="l" t="t" r="r" b="b"/>
              <a:pathLst>
                <a:path w="3665" h="3665" extrusionOk="0">
                  <a:moveTo>
                    <a:pt x="0" y="1"/>
                  </a:moveTo>
                  <a:lnTo>
                    <a:pt x="0" y="3665"/>
                  </a:lnTo>
                  <a:lnTo>
                    <a:pt x="3664" y="3665"/>
                  </a:lnTo>
                  <a:lnTo>
                    <a:pt x="36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5"/>
            <p:cNvSpPr/>
            <p:nvPr/>
          </p:nvSpPr>
          <p:spPr>
            <a:xfrm>
              <a:off x="6045600" y="2422725"/>
              <a:ext cx="90175" cy="90175"/>
            </a:xfrm>
            <a:custGeom>
              <a:avLst/>
              <a:gdLst/>
              <a:ahLst/>
              <a:cxnLst/>
              <a:rect l="l" t="t" r="r" b="b"/>
              <a:pathLst>
                <a:path w="3607" h="3607" extrusionOk="0">
                  <a:moveTo>
                    <a:pt x="0" y="1"/>
                  </a:moveTo>
                  <a:lnTo>
                    <a:pt x="0" y="3607"/>
                  </a:lnTo>
                  <a:lnTo>
                    <a:pt x="3606" y="3607"/>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5"/>
            <p:cNvSpPr/>
            <p:nvPr/>
          </p:nvSpPr>
          <p:spPr>
            <a:xfrm>
              <a:off x="6227350" y="2422725"/>
              <a:ext cx="90175" cy="90175"/>
            </a:xfrm>
            <a:custGeom>
              <a:avLst/>
              <a:gdLst/>
              <a:ahLst/>
              <a:cxnLst/>
              <a:rect l="l" t="t" r="r" b="b"/>
              <a:pathLst>
                <a:path w="3607" h="3607" extrusionOk="0">
                  <a:moveTo>
                    <a:pt x="0" y="1"/>
                  </a:moveTo>
                  <a:lnTo>
                    <a:pt x="0" y="3607"/>
                  </a:lnTo>
                  <a:lnTo>
                    <a:pt x="3606" y="3607"/>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5"/>
            <p:cNvSpPr/>
            <p:nvPr/>
          </p:nvSpPr>
          <p:spPr>
            <a:xfrm>
              <a:off x="6409100" y="2512875"/>
              <a:ext cx="90175" cy="91625"/>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5"/>
            <p:cNvSpPr/>
            <p:nvPr/>
          </p:nvSpPr>
          <p:spPr>
            <a:xfrm>
              <a:off x="5682075" y="3058150"/>
              <a:ext cx="998950" cy="545275"/>
            </a:xfrm>
            <a:custGeom>
              <a:avLst/>
              <a:gdLst/>
              <a:ahLst/>
              <a:cxnLst/>
              <a:rect l="l" t="t" r="r" b="b"/>
              <a:pathLst>
                <a:path w="39958" h="21811" extrusionOk="0">
                  <a:moveTo>
                    <a:pt x="3607" y="0"/>
                  </a:moveTo>
                  <a:lnTo>
                    <a:pt x="3607" y="14541"/>
                  </a:lnTo>
                  <a:lnTo>
                    <a:pt x="1" y="14541"/>
                  </a:lnTo>
                  <a:lnTo>
                    <a:pt x="1" y="18205"/>
                  </a:lnTo>
                  <a:lnTo>
                    <a:pt x="1" y="21811"/>
                  </a:lnTo>
                  <a:lnTo>
                    <a:pt x="39958" y="21811"/>
                  </a:lnTo>
                  <a:lnTo>
                    <a:pt x="39958" y="18205"/>
                  </a:lnTo>
                  <a:lnTo>
                    <a:pt x="39958" y="14541"/>
                  </a:lnTo>
                  <a:lnTo>
                    <a:pt x="36352" y="14541"/>
                  </a:lnTo>
                  <a:lnTo>
                    <a:pt x="36352" y="0"/>
                  </a:lnTo>
                  <a:lnTo>
                    <a:pt x="32688" y="0"/>
                  </a:lnTo>
                  <a:lnTo>
                    <a:pt x="32688" y="14541"/>
                  </a:lnTo>
                  <a:lnTo>
                    <a:pt x="7271" y="14541"/>
                  </a:lnTo>
                  <a:lnTo>
                    <a:pt x="72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5"/>
            <p:cNvSpPr/>
            <p:nvPr/>
          </p:nvSpPr>
          <p:spPr>
            <a:xfrm>
              <a:off x="5953975" y="3058150"/>
              <a:ext cx="455150" cy="273375"/>
            </a:xfrm>
            <a:custGeom>
              <a:avLst/>
              <a:gdLst/>
              <a:ahLst/>
              <a:cxnLst/>
              <a:rect l="l" t="t" r="r" b="b"/>
              <a:pathLst>
                <a:path w="18206" h="10935" extrusionOk="0">
                  <a:moveTo>
                    <a:pt x="7271" y="0"/>
                  </a:moveTo>
                  <a:lnTo>
                    <a:pt x="7271" y="3665"/>
                  </a:lnTo>
                  <a:lnTo>
                    <a:pt x="3665" y="3665"/>
                  </a:lnTo>
                  <a:lnTo>
                    <a:pt x="3665" y="7271"/>
                  </a:lnTo>
                  <a:lnTo>
                    <a:pt x="1" y="7271"/>
                  </a:lnTo>
                  <a:lnTo>
                    <a:pt x="1" y="10935"/>
                  </a:lnTo>
                  <a:lnTo>
                    <a:pt x="18206" y="10935"/>
                  </a:lnTo>
                  <a:lnTo>
                    <a:pt x="18206" y="7271"/>
                  </a:lnTo>
                  <a:lnTo>
                    <a:pt x="14541" y="7271"/>
                  </a:lnTo>
                  <a:lnTo>
                    <a:pt x="14541" y="3665"/>
                  </a:lnTo>
                  <a:lnTo>
                    <a:pt x="10935" y="3665"/>
                  </a:lnTo>
                  <a:lnTo>
                    <a:pt x="109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35"/>
          <p:cNvGrpSpPr/>
          <p:nvPr/>
        </p:nvGrpSpPr>
        <p:grpSpPr>
          <a:xfrm>
            <a:off x="892604" y="407318"/>
            <a:ext cx="569922" cy="526524"/>
            <a:chOff x="7886800" y="433651"/>
            <a:chExt cx="619952" cy="572683"/>
          </a:xfrm>
        </p:grpSpPr>
        <p:sp>
          <p:nvSpPr>
            <p:cNvPr id="827" name="Google Shape;827;p35"/>
            <p:cNvSpPr/>
            <p:nvPr/>
          </p:nvSpPr>
          <p:spPr>
            <a:xfrm>
              <a:off x="7886800" y="433651"/>
              <a:ext cx="619952" cy="572683"/>
            </a:xfrm>
            <a:custGeom>
              <a:avLst/>
              <a:gdLst/>
              <a:ahLst/>
              <a:cxnLst/>
              <a:rect l="l" t="t" r="r" b="b"/>
              <a:pathLst>
                <a:path w="81734" h="75502" extrusionOk="0">
                  <a:moveTo>
                    <a:pt x="12554" y="0"/>
                  </a:moveTo>
                  <a:lnTo>
                    <a:pt x="12554" y="6322"/>
                  </a:lnTo>
                  <a:lnTo>
                    <a:pt x="6232" y="6322"/>
                  </a:lnTo>
                  <a:lnTo>
                    <a:pt x="6232" y="12554"/>
                  </a:lnTo>
                  <a:lnTo>
                    <a:pt x="1" y="12554"/>
                  </a:lnTo>
                  <a:lnTo>
                    <a:pt x="1" y="18876"/>
                  </a:lnTo>
                  <a:lnTo>
                    <a:pt x="1" y="25197"/>
                  </a:lnTo>
                  <a:lnTo>
                    <a:pt x="1" y="31429"/>
                  </a:lnTo>
                  <a:lnTo>
                    <a:pt x="1" y="37751"/>
                  </a:lnTo>
                  <a:lnTo>
                    <a:pt x="6323" y="37751"/>
                  </a:lnTo>
                  <a:lnTo>
                    <a:pt x="6323" y="44073"/>
                  </a:lnTo>
                  <a:lnTo>
                    <a:pt x="12554" y="44073"/>
                  </a:lnTo>
                  <a:lnTo>
                    <a:pt x="12554" y="50304"/>
                  </a:lnTo>
                  <a:lnTo>
                    <a:pt x="18876" y="50304"/>
                  </a:lnTo>
                  <a:lnTo>
                    <a:pt x="18876" y="56626"/>
                  </a:lnTo>
                  <a:lnTo>
                    <a:pt x="25198" y="56626"/>
                  </a:lnTo>
                  <a:lnTo>
                    <a:pt x="25198" y="62948"/>
                  </a:lnTo>
                  <a:lnTo>
                    <a:pt x="31430" y="62948"/>
                  </a:lnTo>
                  <a:lnTo>
                    <a:pt x="31430" y="69180"/>
                  </a:lnTo>
                  <a:lnTo>
                    <a:pt x="37751" y="69180"/>
                  </a:lnTo>
                  <a:lnTo>
                    <a:pt x="37751" y="75502"/>
                  </a:lnTo>
                  <a:lnTo>
                    <a:pt x="44073" y="75502"/>
                  </a:lnTo>
                  <a:lnTo>
                    <a:pt x="44073" y="69180"/>
                  </a:lnTo>
                  <a:lnTo>
                    <a:pt x="50305" y="69180"/>
                  </a:lnTo>
                  <a:lnTo>
                    <a:pt x="50305" y="62948"/>
                  </a:lnTo>
                  <a:lnTo>
                    <a:pt x="56627" y="62948"/>
                  </a:lnTo>
                  <a:lnTo>
                    <a:pt x="56627" y="56626"/>
                  </a:lnTo>
                  <a:lnTo>
                    <a:pt x="62949" y="56626"/>
                  </a:lnTo>
                  <a:lnTo>
                    <a:pt x="62949" y="50304"/>
                  </a:lnTo>
                  <a:lnTo>
                    <a:pt x="69271" y="50304"/>
                  </a:lnTo>
                  <a:lnTo>
                    <a:pt x="69271" y="44073"/>
                  </a:lnTo>
                  <a:lnTo>
                    <a:pt x="75502" y="44073"/>
                  </a:lnTo>
                  <a:lnTo>
                    <a:pt x="75502" y="37751"/>
                  </a:lnTo>
                  <a:lnTo>
                    <a:pt x="81734" y="37751"/>
                  </a:lnTo>
                  <a:lnTo>
                    <a:pt x="81734" y="31429"/>
                  </a:lnTo>
                  <a:lnTo>
                    <a:pt x="81734" y="25197"/>
                  </a:lnTo>
                  <a:lnTo>
                    <a:pt x="81734" y="18876"/>
                  </a:lnTo>
                  <a:lnTo>
                    <a:pt x="81734" y="12554"/>
                  </a:lnTo>
                  <a:lnTo>
                    <a:pt x="75502" y="12554"/>
                  </a:lnTo>
                  <a:lnTo>
                    <a:pt x="75502" y="6322"/>
                  </a:lnTo>
                  <a:lnTo>
                    <a:pt x="69180" y="6322"/>
                  </a:lnTo>
                  <a:lnTo>
                    <a:pt x="69180" y="0"/>
                  </a:lnTo>
                  <a:lnTo>
                    <a:pt x="56627" y="0"/>
                  </a:lnTo>
                  <a:lnTo>
                    <a:pt x="56627" y="6322"/>
                  </a:lnTo>
                  <a:lnTo>
                    <a:pt x="50305" y="6322"/>
                  </a:lnTo>
                  <a:lnTo>
                    <a:pt x="50305" y="12554"/>
                  </a:lnTo>
                  <a:lnTo>
                    <a:pt x="43983" y="12554"/>
                  </a:lnTo>
                  <a:lnTo>
                    <a:pt x="43983" y="18876"/>
                  </a:lnTo>
                  <a:lnTo>
                    <a:pt x="37751" y="18876"/>
                  </a:lnTo>
                  <a:lnTo>
                    <a:pt x="37751" y="12554"/>
                  </a:lnTo>
                  <a:lnTo>
                    <a:pt x="31430" y="12554"/>
                  </a:lnTo>
                  <a:lnTo>
                    <a:pt x="31430" y="6322"/>
                  </a:lnTo>
                  <a:lnTo>
                    <a:pt x="25108" y="6322"/>
                  </a:lnTo>
                  <a:lnTo>
                    <a:pt x="251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5"/>
            <p:cNvSpPr/>
            <p:nvPr/>
          </p:nvSpPr>
          <p:spPr>
            <a:xfrm>
              <a:off x="8029972" y="624767"/>
              <a:ext cx="47270" cy="47270"/>
            </a:xfrm>
            <a:custGeom>
              <a:avLst/>
              <a:gdLst/>
              <a:ahLst/>
              <a:cxnLst/>
              <a:rect l="l" t="t" r="r" b="b"/>
              <a:pathLst>
                <a:path w="6232" h="6232" extrusionOk="0">
                  <a:moveTo>
                    <a:pt x="0" y="0"/>
                  </a:moveTo>
                  <a:lnTo>
                    <a:pt x="0" y="6232"/>
                  </a:lnTo>
                  <a:lnTo>
                    <a:pt x="6232" y="6232"/>
                  </a:lnTo>
                  <a:lnTo>
                    <a:pt x="6232" y="0"/>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5"/>
            <p:cNvSpPr/>
            <p:nvPr/>
          </p:nvSpPr>
          <p:spPr>
            <a:xfrm>
              <a:off x="8029972" y="576816"/>
              <a:ext cx="47270" cy="47960"/>
            </a:xfrm>
            <a:custGeom>
              <a:avLst/>
              <a:gdLst/>
              <a:ahLst/>
              <a:cxnLst/>
              <a:rect l="l" t="t" r="r" b="b"/>
              <a:pathLst>
                <a:path w="6232" h="6323" extrusionOk="0">
                  <a:moveTo>
                    <a:pt x="0" y="1"/>
                  </a:moveTo>
                  <a:lnTo>
                    <a:pt x="0" y="6322"/>
                  </a:lnTo>
                  <a:lnTo>
                    <a:pt x="6232" y="6322"/>
                  </a:lnTo>
                  <a:lnTo>
                    <a:pt x="6232"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5"/>
            <p:cNvSpPr/>
            <p:nvPr/>
          </p:nvSpPr>
          <p:spPr>
            <a:xfrm>
              <a:off x="7982020" y="624767"/>
              <a:ext cx="47960" cy="47270"/>
            </a:xfrm>
            <a:custGeom>
              <a:avLst/>
              <a:gdLst/>
              <a:ahLst/>
              <a:cxnLst/>
              <a:rect l="l" t="t" r="r" b="b"/>
              <a:pathLst>
                <a:path w="6323" h="6232" extrusionOk="0">
                  <a:moveTo>
                    <a:pt x="0" y="0"/>
                  </a:moveTo>
                  <a:lnTo>
                    <a:pt x="0" y="6232"/>
                  </a:lnTo>
                  <a:lnTo>
                    <a:pt x="6322" y="6232"/>
                  </a:lnTo>
                  <a:lnTo>
                    <a:pt x="6322" y="0"/>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5"/>
            <p:cNvSpPr/>
            <p:nvPr/>
          </p:nvSpPr>
          <p:spPr>
            <a:xfrm>
              <a:off x="7982020" y="576816"/>
              <a:ext cx="47960" cy="47960"/>
            </a:xfrm>
            <a:custGeom>
              <a:avLst/>
              <a:gdLst/>
              <a:ahLst/>
              <a:cxnLst/>
              <a:rect l="l" t="t" r="r" b="b"/>
              <a:pathLst>
                <a:path w="6323" h="6323" extrusionOk="0">
                  <a:moveTo>
                    <a:pt x="0" y="1"/>
                  </a:moveTo>
                  <a:lnTo>
                    <a:pt x="0" y="6322"/>
                  </a:lnTo>
                  <a:lnTo>
                    <a:pt x="6322" y="6322"/>
                  </a:lnTo>
                  <a:lnTo>
                    <a:pt x="6322"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 name="Google Shape;832;p35"/>
          <p:cNvGrpSpPr/>
          <p:nvPr/>
        </p:nvGrpSpPr>
        <p:grpSpPr>
          <a:xfrm>
            <a:off x="1910413" y="788646"/>
            <a:ext cx="223897" cy="223875"/>
            <a:chOff x="5557700" y="413400"/>
            <a:chExt cx="223897" cy="223875"/>
          </a:xfrm>
        </p:grpSpPr>
        <p:sp>
          <p:nvSpPr>
            <p:cNvPr id="833" name="Google Shape;833;p35"/>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5"/>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5"/>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5"/>
          <p:cNvGrpSpPr/>
          <p:nvPr/>
        </p:nvGrpSpPr>
        <p:grpSpPr>
          <a:xfrm>
            <a:off x="1686515" y="2875308"/>
            <a:ext cx="223897" cy="223875"/>
            <a:chOff x="5557700" y="413400"/>
            <a:chExt cx="223897" cy="223875"/>
          </a:xfrm>
        </p:grpSpPr>
        <p:sp>
          <p:nvSpPr>
            <p:cNvPr id="837" name="Google Shape;837;p35"/>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5"/>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5"/>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2">
            <a:extLst>
              <a:ext uri="{FF2B5EF4-FFF2-40B4-BE49-F238E27FC236}">
                <a16:creationId xmlns:a16="http://schemas.microsoft.com/office/drawing/2014/main" id="{23F71BA1-BBCC-F7D4-22C1-CF846EEFEFDA}"/>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3FCD-750F-AEC2-BC2C-2C19C6ACC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94D3C-0294-B21D-F7AB-E450F5E35650}"/>
              </a:ext>
            </a:extLst>
          </p:cNvPr>
          <p:cNvSpPr>
            <a:spLocks noGrp="1"/>
          </p:cNvSpPr>
          <p:nvPr>
            <p:ph type="title"/>
          </p:nvPr>
        </p:nvSpPr>
        <p:spPr/>
        <p:txBody>
          <a:bodyPr/>
          <a:lstStyle/>
          <a:p>
            <a:r>
              <a:rPr lang="en-US" dirty="0">
                <a:latin typeface="Press Start 2P" panose="020B0604020202020204" charset="0"/>
                <a:cs typeface="Calibri"/>
              </a:rPr>
              <a:t>HOW DID WE USE </a:t>
            </a:r>
            <a:r>
              <a:rPr lang="en-US" dirty="0">
                <a:solidFill>
                  <a:schemeClr val="bg1"/>
                </a:solidFill>
                <a:latin typeface="Press Start 2P" panose="020B0604020202020204" charset="0"/>
                <a:cs typeface="Calibri"/>
              </a:rPr>
              <a:t>AGILE</a:t>
            </a:r>
            <a:r>
              <a:rPr lang="en-US" dirty="0">
                <a:latin typeface="Press Start 2P" panose="020B0604020202020204" charset="0"/>
                <a:cs typeface="Calibri"/>
              </a:rPr>
              <a:t>?</a:t>
            </a:r>
          </a:p>
        </p:txBody>
      </p:sp>
      <p:sp>
        <p:nvSpPr>
          <p:cNvPr id="3" name="Subtitle 2">
            <a:extLst>
              <a:ext uri="{FF2B5EF4-FFF2-40B4-BE49-F238E27FC236}">
                <a16:creationId xmlns:a16="http://schemas.microsoft.com/office/drawing/2014/main" id="{DAFAB257-ECB3-2074-9516-51641E3F8A11}"/>
              </a:ext>
            </a:extLst>
          </p:cNvPr>
          <p:cNvSpPr>
            <a:spLocks noGrp="1"/>
          </p:cNvSpPr>
          <p:nvPr>
            <p:ph type="body" idx="1"/>
          </p:nvPr>
        </p:nvSpPr>
        <p:spPr/>
        <p:txBody>
          <a:bodyPr/>
          <a:lstStyle/>
          <a:p>
            <a:r>
              <a:rPr lang="en-US" sz="1350" dirty="0"/>
              <a:t>By using agile development for INFILTR8, we were able to work with </a:t>
            </a:r>
            <a:r>
              <a:rPr lang="en-US" sz="1350" dirty="0">
                <a:solidFill>
                  <a:schemeClr val="bg1"/>
                </a:solidFill>
              </a:rPr>
              <a:t>enhanced flexibility and adaptability</a:t>
            </a:r>
            <a:r>
              <a:rPr lang="en-US" sz="1350" dirty="0"/>
              <a:t>!</a:t>
            </a:r>
          </a:p>
          <a:p>
            <a:pPr lvl="1"/>
            <a:r>
              <a:rPr lang="en-US" sz="1350" dirty="0"/>
              <a:t>This allowed us to </a:t>
            </a:r>
            <a:r>
              <a:rPr lang="en-US" sz="1350" dirty="0">
                <a:solidFill>
                  <a:schemeClr val="bg1"/>
                </a:solidFill>
              </a:rPr>
              <a:t>swiftly adjust </a:t>
            </a:r>
            <a:r>
              <a:rPr lang="en-US" sz="1350" dirty="0"/>
              <a:t>to the changing requirements and </a:t>
            </a:r>
            <a:r>
              <a:rPr lang="en-US" sz="1350" dirty="0">
                <a:solidFill>
                  <a:schemeClr val="bg1"/>
                </a:solidFill>
              </a:rPr>
              <a:t>continuously refine </a:t>
            </a:r>
            <a:r>
              <a:rPr lang="en-US" sz="1350" dirty="0"/>
              <a:t>INFILTR8 as the semester went along.</a:t>
            </a:r>
          </a:p>
          <a:p>
            <a:pPr marL="596900" lvl="1" indent="0">
              <a:buNone/>
            </a:pPr>
            <a:r>
              <a:rPr lang="en-US" sz="1350" dirty="0"/>
              <a:t> </a:t>
            </a:r>
          </a:p>
          <a:p>
            <a:r>
              <a:rPr lang="en-US" sz="1350" dirty="0"/>
              <a:t>Due to this choice, we were able to deliver </a:t>
            </a:r>
            <a:r>
              <a:rPr lang="en-US" sz="1350" dirty="0">
                <a:solidFill>
                  <a:schemeClr val="bg1"/>
                </a:solidFill>
              </a:rPr>
              <a:t>functional builds frequently</a:t>
            </a:r>
            <a:r>
              <a:rPr lang="en-US" sz="1350" dirty="0"/>
              <a:t> for our customer meetings, which in turn provided us with </a:t>
            </a:r>
            <a:r>
              <a:rPr lang="en-US" sz="1350" dirty="0">
                <a:solidFill>
                  <a:schemeClr val="bg1"/>
                </a:solidFill>
              </a:rPr>
              <a:t>early feedback from the customer</a:t>
            </a:r>
            <a:r>
              <a:rPr lang="en-US" sz="1350" dirty="0"/>
              <a:t>.</a:t>
            </a:r>
          </a:p>
          <a:p>
            <a:pPr lvl="1"/>
            <a:r>
              <a:rPr lang="en-US" sz="1350" dirty="0"/>
              <a:t>This ensured we were able to </a:t>
            </a:r>
            <a:r>
              <a:rPr lang="en-US" sz="1350" dirty="0">
                <a:solidFill>
                  <a:schemeClr val="bg1"/>
                </a:solidFill>
              </a:rPr>
              <a:t>deliver a version of INFILTR8 </a:t>
            </a:r>
            <a:r>
              <a:rPr lang="en-US" sz="1350" dirty="0"/>
              <a:t>that </a:t>
            </a:r>
            <a:r>
              <a:rPr lang="en-US" sz="1350" dirty="0">
                <a:solidFill>
                  <a:schemeClr val="bg1"/>
                </a:solidFill>
              </a:rPr>
              <a:t>met the Customer’s </a:t>
            </a:r>
            <a:r>
              <a:rPr lang="en-US" sz="1350" dirty="0"/>
              <a:t>and the Guidance Team’s </a:t>
            </a:r>
            <a:r>
              <a:rPr lang="en-US" sz="1350" dirty="0">
                <a:solidFill>
                  <a:schemeClr val="bg1"/>
                </a:solidFill>
              </a:rPr>
              <a:t>expectations.</a:t>
            </a:r>
            <a:r>
              <a:rPr lang="en-US" sz="1350" dirty="0"/>
              <a:t> </a:t>
            </a:r>
            <a:endParaRPr lang="en-US" sz="1350" dirty="0">
              <a:solidFill>
                <a:srgbClr val="494949"/>
              </a:solidFill>
              <a:latin typeface="Calibri"/>
            </a:endParaRPr>
          </a:p>
        </p:txBody>
      </p:sp>
      <p:sp>
        <p:nvSpPr>
          <p:cNvPr id="4" name="Google Shape;600;p31">
            <a:extLst>
              <a:ext uri="{FF2B5EF4-FFF2-40B4-BE49-F238E27FC236}">
                <a16:creationId xmlns:a16="http://schemas.microsoft.com/office/drawing/2014/main" id="{ADF2CD76-2374-C964-862D-D9F422701FFA}"/>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 Placeholder 2">
            <a:extLst>
              <a:ext uri="{FF2B5EF4-FFF2-40B4-BE49-F238E27FC236}">
                <a16:creationId xmlns:a16="http://schemas.microsoft.com/office/drawing/2014/main" id="{CC728138-682A-8400-5AC4-868B38BA5A24}"/>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5" name="Picture 2">
            <a:extLst>
              <a:ext uri="{FF2B5EF4-FFF2-40B4-BE49-F238E27FC236}">
                <a16:creationId xmlns:a16="http://schemas.microsoft.com/office/drawing/2014/main" id="{9B3D2A22-5162-DCE1-9846-78D3FDA4A5E9}"/>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504853" y="3518158"/>
            <a:ext cx="1515533" cy="1515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846567"/>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4">
          <a:extLst>
            <a:ext uri="{FF2B5EF4-FFF2-40B4-BE49-F238E27FC236}">
              <a16:creationId xmlns:a16="http://schemas.microsoft.com/office/drawing/2014/main" id="{9673BC7B-9DFB-ED91-B47F-C28BD9E58CEF}"/>
            </a:ext>
          </a:extLst>
        </p:cNvPr>
        <p:cNvGrpSpPr/>
        <p:nvPr/>
      </p:nvGrpSpPr>
      <p:grpSpPr>
        <a:xfrm>
          <a:off x="0" y="0"/>
          <a:ext cx="0" cy="0"/>
          <a:chOff x="0" y="0"/>
          <a:chExt cx="0" cy="0"/>
        </a:xfrm>
      </p:grpSpPr>
      <p:sp>
        <p:nvSpPr>
          <p:cNvPr id="635" name="Google Shape;635;p32">
            <a:extLst>
              <a:ext uri="{FF2B5EF4-FFF2-40B4-BE49-F238E27FC236}">
                <a16:creationId xmlns:a16="http://schemas.microsoft.com/office/drawing/2014/main" id="{957620EF-859A-972A-737F-443B6DE243E1}"/>
              </a:ext>
            </a:extLst>
          </p:cNvPr>
          <p:cNvSpPr/>
          <p:nvPr/>
        </p:nvSpPr>
        <p:spPr>
          <a:xfrm>
            <a:off x="3588375" y="1161238"/>
            <a:ext cx="1969500" cy="10191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a:extLst>
              <a:ext uri="{FF2B5EF4-FFF2-40B4-BE49-F238E27FC236}">
                <a16:creationId xmlns:a16="http://schemas.microsoft.com/office/drawing/2014/main" id="{1B67132D-DC7B-CAE1-BCC9-A2B7435C6BE5}"/>
              </a:ext>
            </a:extLst>
          </p:cNvPr>
          <p:cNvSpPr/>
          <p:nvPr/>
        </p:nvSpPr>
        <p:spPr>
          <a:xfrm>
            <a:off x="713100" y="2457364"/>
            <a:ext cx="7717800" cy="11757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a:extLst>
              <a:ext uri="{FF2B5EF4-FFF2-40B4-BE49-F238E27FC236}">
                <a16:creationId xmlns:a16="http://schemas.microsoft.com/office/drawing/2014/main" id="{86781AD0-AF0A-A0AC-B8A4-DA8E7B4648A5}"/>
              </a:ext>
            </a:extLst>
          </p:cNvPr>
          <p:cNvSpPr txBox="1">
            <a:spLocks noGrp="1"/>
          </p:cNvSpPr>
          <p:nvPr>
            <p:ph type="title"/>
          </p:nvPr>
        </p:nvSpPr>
        <p:spPr>
          <a:xfrm>
            <a:off x="871050" y="2778888"/>
            <a:ext cx="7401900" cy="678900"/>
          </a:xfrm>
          <a:prstGeom prst="rect">
            <a:avLst/>
          </a:prstGeom>
        </p:spPr>
        <p:txBody>
          <a:bodyPr spcFirstLastPara="1" wrap="square" lIns="91425" tIns="91425" rIns="91425" bIns="91425" anchor="ctr" anchorCtr="0">
            <a:noAutofit/>
          </a:bodyPr>
          <a:lstStyle/>
          <a:p>
            <a:r>
              <a:rPr lang="en-US" sz="3200" dirty="0">
                <a:solidFill>
                  <a:schemeClr val="bg1"/>
                </a:solidFill>
              </a:rPr>
              <a:t>SITE  </a:t>
            </a:r>
            <a:r>
              <a:rPr lang="en-US" sz="3200" dirty="0">
                <a:solidFill>
                  <a:schemeClr val="accent5"/>
                </a:solidFill>
              </a:rPr>
              <a:t>FUNCTIONS_</a:t>
            </a:r>
            <a:endParaRPr sz="3200" dirty="0">
              <a:solidFill>
                <a:schemeClr val="accent5"/>
              </a:solidFill>
            </a:endParaRPr>
          </a:p>
        </p:txBody>
      </p:sp>
      <p:sp>
        <p:nvSpPr>
          <p:cNvPr id="638" name="Google Shape;638;p32">
            <a:extLst>
              <a:ext uri="{FF2B5EF4-FFF2-40B4-BE49-F238E27FC236}">
                <a16:creationId xmlns:a16="http://schemas.microsoft.com/office/drawing/2014/main" id="{0696F9A2-DE51-B9CB-B57C-864AAEDCA018}"/>
              </a:ext>
            </a:extLst>
          </p:cNvPr>
          <p:cNvSpPr txBox="1">
            <a:spLocks noGrp="1"/>
          </p:cNvSpPr>
          <p:nvPr>
            <p:ph type="subTitle" idx="1"/>
          </p:nvPr>
        </p:nvSpPr>
        <p:spPr>
          <a:xfrm>
            <a:off x="1580178" y="3633040"/>
            <a:ext cx="5985900" cy="57633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pPr>
            <a:r>
              <a:rPr lang="en" dirty="0"/>
              <a:t>“</a:t>
            </a:r>
            <a:r>
              <a:rPr lang="en-US" sz="1600" dirty="0"/>
              <a:t>Showcase </a:t>
            </a:r>
            <a:r>
              <a:rPr lang="en-US" dirty="0">
                <a:solidFill>
                  <a:schemeClr val="bg1"/>
                </a:solidFill>
              </a:rPr>
              <a:t>MAJOR SYSTEM REQUIREMENTS</a:t>
            </a:r>
            <a:r>
              <a:rPr lang="en-US" sz="1600" dirty="0"/>
              <a:t>.”</a:t>
            </a:r>
          </a:p>
          <a:p>
            <a:pPr marL="0" lvl="0" indent="0" algn="l" rtl="0">
              <a:spcBef>
                <a:spcPts val="0"/>
              </a:spcBef>
              <a:spcAft>
                <a:spcPts val="0"/>
              </a:spcAft>
            </a:pPr>
            <a:r>
              <a:rPr lang="en-US" sz="1600" dirty="0"/>
              <a:t>“Showcase Defined </a:t>
            </a:r>
            <a:r>
              <a:rPr lang="en-US" sz="1600" dirty="0">
                <a:solidFill>
                  <a:schemeClr val="bg1"/>
                </a:solidFill>
              </a:rPr>
              <a:t>SYSTEM REQUIREMENTS</a:t>
            </a:r>
            <a:r>
              <a:rPr lang="en-US" sz="1600" dirty="0"/>
              <a:t>.”</a:t>
            </a:r>
          </a:p>
        </p:txBody>
      </p:sp>
      <p:grpSp>
        <p:nvGrpSpPr>
          <p:cNvPr id="639" name="Google Shape;639;p32">
            <a:extLst>
              <a:ext uri="{FF2B5EF4-FFF2-40B4-BE49-F238E27FC236}">
                <a16:creationId xmlns:a16="http://schemas.microsoft.com/office/drawing/2014/main" id="{12B8B067-5B85-0F83-CB24-3DE6B3883D41}"/>
              </a:ext>
            </a:extLst>
          </p:cNvPr>
          <p:cNvGrpSpPr/>
          <p:nvPr/>
        </p:nvGrpSpPr>
        <p:grpSpPr>
          <a:xfrm>
            <a:off x="4348103" y="4292747"/>
            <a:ext cx="223897" cy="223875"/>
            <a:chOff x="5557700" y="413400"/>
            <a:chExt cx="223897" cy="223875"/>
          </a:xfrm>
        </p:grpSpPr>
        <p:sp>
          <p:nvSpPr>
            <p:cNvPr id="640" name="Google Shape;640;p32">
              <a:extLst>
                <a:ext uri="{FF2B5EF4-FFF2-40B4-BE49-F238E27FC236}">
                  <a16:creationId xmlns:a16="http://schemas.microsoft.com/office/drawing/2014/main" id="{A14FA0A6-1A09-1BA1-C0BF-155D544192AC}"/>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a:extLst>
                <a:ext uri="{FF2B5EF4-FFF2-40B4-BE49-F238E27FC236}">
                  <a16:creationId xmlns:a16="http://schemas.microsoft.com/office/drawing/2014/main" id="{87E8C914-30BF-3055-CAD9-AEFB563E13B6}"/>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2">
              <a:extLst>
                <a:ext uri="{FF2B5EF4-FFF2-40B4-BE49-F238E27FC236}">
                  <a16:creationId xmlns:a16="http://schemas.microsoft.com/office/drawing/2014/main" id="{4C2796C8-CC10-B522-F482-E6C82405D5D3}"/>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2">
            <a:extLst>
              <a:ext uri="{FF2B5EF4-FFF2-40B4-BE49-F238E27FC236}">
                <a16:creationId xmlns:a16="http://schemas.microsoft.com/office/drawing/2014/main" id="{591491F4-109A-C5B3-4853-5CBCE87F449C}"/>
              </a:ext>
            </a:extLst>
          </p:cNvPr>
          <p:cNvGrpSpPr/>
          <p:nvPr/>
        </p:nvGrpSpPr>
        <p:grpSpPr>
          <a:xfrm flipH="1">
            <a:off x="7371130" y="994405"/>
            <a:ext cx="678868" cy="678850"/>
            <a:chOff x="681100" y="2094175"/>
            <a:chExt cx="974125" cy="974100"/>
          </a:xfrm>
        </p:grpSpPr>
        <p:sp>
          <p:nvSpPr>
            <p:cNvPr id="644" name="Google Shape;644;p32">
              <a:extLst>
                <a:ext uri="{FF2B5EF4-FFF2-40B4-BE49-F238E27FC236}">
                  <a16:creationId xmlns:a16="http://schemas.microsoft.com/office/drawing/2014/main" id="{B7D97BBA-8FF2-67A5-E065-455E246276DB}"/>
                </a:ext>
              </a:extLst>
            </p:cNvPr>
            <p:cNvSpPr/>
            <p:nvPr/>
          </p:nvSpPr>
          <p:spPr>
            <a:xfrm>
              <a:off x="820425" y="2720550"/>
              <a:ext cx="695475" cy="347725"/>
            </a:xfrm>
            <a:custGeom>
              <a:avLst/>
              <a:gdLst/>
              <a:ahLst/>
              <a:cxnLst/>
              <a:rect l="l" t="t" r="r" b="b"/>
              <a:pathLst>
                <a:path w="27819" h="13909" extrusionOk="0">
                  <a:moveTo>
                    <a:pt x="1" y="0"/>
                  </a:moveTo>
                  <a:lnTo>
                    <a:pt x="1" y="2811"/>
                  </a:lnTo>
                  <a:lnTo>
                    <a:pt x="2763" y="2811"/>
                  </a:lnTo>
                  <a:lnTo>
                    <a:pt x="2763" y="5573"/>
                  </a:lnTo>
                  <a:lnTo>
                    <a:pt x="5526" y="5573"/>
                  </a:lnTo>
                  <a:lnTo>
                    <a:pt x="5526" y="8384"/>
                  </a:lnTo>
                  <a:lnTo>
                    <a:pt x="8336" y="8384"/>
                  </a:lnTo>
                  <a:lnTo>
                    <a:pt x="8336" y="11146"/>
                  </a:lnTo>
                  <a:lnTo>
                    <a:pt x="8336" y="13909"/>
                  </a:lnTo>
                  <a:lnTo>
                    <a:pt x="11099" y="13909"/>
                  </a:lnTo>
                  <a:lnTo>
                    <a:pt x="11099" y="11146"/>
                  </a:lnTo>
                  <a:lnTo>
                    <a:pt x="16672" y="11146"/>
                  </a:lnTo>
                  <a:lnTo>
                    <a:pt x="16672" y="13909"/>
                  </a:lnTo>
                  <a:lnTo>
                    <a:pt x="19482" y="13909"/>
                  </a:lnTo>
                  <a:lnTo>
                    <a:pt x="19482" y="11146"/>
                  </a:lnTo>
                  <a:lnTo>
                    <a:pt x="19482" y="8384"/>
                  </a:lnTo>
                  <a:lnTo>
                    <a:pt x="22245" y="8384"/>
                  </a:lnTo>
                  <a:lnTo>
                    <a:pt x="22245" y="5573"/>
                  </a:lnTo>
                  <a:lnTo>
                    <a:pt x="25055" y="5573"/>
                  </a:lnTo>
                  <a:lnTo>
                    <a:pt x="25055" y="2811"/>
                  </a:lnTo>
                  <a:lnTo>
                    <a:pt x="27818" y="2811"/>
                  </a:lnTo>
                  <a:lnTo>
                    <a:pt x="27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a:extLst>
                <a:ext uri="{FF2B5EF4-FFF2-40B4-BE49-F238E27FC236}">
                  <a16:creationId xmlns:a16="http://schemas.microsoft.com/office/drawing/2014/main" id="{022CE8B1-5F5D-6B7F-1257-6489B027CA76}"/>
                </a:ext>
              </a:extLst>
            </p:cNvPr>
            <p:cNvSpPr/>
            <p:nvPr/>
          </p:nvSpPr>
          <p:spPr>
            <a:xfrm>
              <a:off x="820425" y="2094175"/>
              <a:ext cx="695475" cy="347750"/>
            </a:xfrm>
            <a:custGeom>
              <a:avLst/>
              <a:gdLst/>
              <a:ahLst/>
              <a:cxnLst/>
              <a:rect l="l" t="t" r="r" b="b"/>
              <a:pathLst>
                <a:path w="27819" h="13910" extrusionOk="0">
                  <a:moveTo>
                    <a:pt x="8336" y="1"/>
                  </a:moveTo>
                  <a:lnTo>
                    <a:pt x="8336" y="2763"/>
                  </a:lnTo>
                  <a:lnTo>
                    <a:pt x="8336" y="5574"/>
                  </a:lnTo>
                  <a:lnTo>
                    <a:pt x="5526" y="5574"/>
                  </a:lnTo>
                  <a:lnTo>
                    <a:pt x="5526" y="8336"/>
                  </a:lnTo>
                  <a:lnTo>
                    <a:pt x="2763" y="8336"/>
                  </a:lnTo>
                  <a:lnTo>
                    <a:pt x="2763" y="11147"/>
                  </a:lnTo>
                  <a:lnTo>
                    <a:pt x="1" y="11147"/>
                  </a:lnTo>
                  <a:lnTo>
                    <a:pt x="1" y="13909"/>
                  </a:lnTo>
                  <a:lnTo>
                    <a:pt x="27818" y="13909"/>
                  </a:lnTo>
                  <a:lnTo>
                    <a:pt x="27818" y="11147"/>
                  </a:lnTo>
                  <a:lnTo>
                    <a:pt x="25055" y="11147"/>
                  </a:lnTo>
                  <a:lnTo>
                    <a:pt x="25055" y="8336"/>
                  </a:lnTo>
                  <a:lnTo>
                    <a:pt x="22245" y="8336"/>
                  </a:lnTo>
                  <a:lnTo>
                    <a:pt x="22245" y="5574"/>
                  </a:lnTo>
                  <a:lnTo>
                    <a:pt x="19482" y="5574"/>
                  </a:lnTo>
                  <a:lnTo>
                    <a:pt x="19482" y="2763"/>
                  </a:lnTo>
                  <a:lnTo>
                    <a:pt x="19482" y="1"/>
                  </a:lnTo>
                  <a:lnTo>
                    <a:pt x="16672" y="1"/>
                  </a:lnTo>
                  <a:lnTo>
                    <a:pt x="16672" y="2763"/>
                  </a:lnTo>
                  <a:lnTo>
                    <a:pt x="11099" y="2763"/>
                  </a:lnTo>
                  <a:lnTo>
                    <a:pt x="11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a:extLst>
                <a:ext uri="{FF2B5EF4-FFF2-40B4-BE49-F238E27FC236}">
                  <a16:creationId xmlns:a16="http://schemas.microsoft.com/office/drawing/2014/main" id="{E6FD7E1E-D313-9059-0066-29929ADF4556}"/>
                </a:ext>
              </a:extLst>
            </p:cNvPr>
            <p:cNvSpPr/>
            <p:nvPr/>
          </p:nvSpPr>
          <p:spPr>
            <a:xfrm>
              <a:off x="1515875" y="2651475"/>
              <a:ext cx="70275" cy="69100"/>
            </a:xfrm>
            <a:custGeom>
              <a:avLst/>
              <a:gdLst/>
              <a:ahLst/>
              <a:cxnLst/>
              <a:rect l="l" t="t" r="r" b="b"/>
              <a:pathLst>
                <a:path w="2811" h="2764" extrusionOk="0">
                  <a:moveTo>
                    <a:pt x="0" y="1"/>
                  </a:moveTo>
                  <a:lnTo>
                    <a:pt x="0" y="2763"/>
                  </a:lnTo>
                  <a:lnTo>
                    <a:pt x="2810" y="2763"/>
                  </a:lnTo>
                  <a:lnTo>
                    <a:pt x="28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a:extLst>
                <a:ext uri="{FF2B5EF4-FFF2-40B4-BE49-F238E27FC236}">
                  <a16:creationId xmlns:a16="http://schemas.microsoft.com/office/drawing/2014/main" id="{B92BD35E-D055-E83F-82DD-928C614BDA97}"/>
                </a:ext>
              </a:extLst>
            </p:cNvPr>
            <p:cNvSpPr/>
            <p:nvPr/>
          </p:nvSpPr>
          <p:spPr>
            <a:xfrm>
              <a:off x="1515875" y="2441900"/>
              <a:ext cx="70275" cy="70275"/>
            </a:xfrm>
            <a:custGeom>
              <a:avLst/>
              <a:gdLst/>
              <a:ahLst/>
              <a:cxnLst/>
              <a:rect l="l" t="t" r="r" b="b"/>
              <a:pathLst>
                <a:path w="2811" h="2811" extrusionOk="0">
                  <a:moveTo>
                    <a:pt x="0" y="0"/>
                  </a:moveTo>
                  <a:lnTo>
                    <a:pt x="0" y="2811"/>
                  </a:lnTo>
                  <a:lnTo>
                    <a:pt x="2810" y="2811"/>
                  </a:lnTo>
                  <a:lnTo>
                    <a:pt x="28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a:extLst>
                <a:ext uri="{FF2B5EF4-FFF2-40B4-BE49-F238E27FC236}">
                  <a16:creationId xmlns:a16="http://schemas.microsoft.com/office/drawing/2014/main" id="{B7D6C154-1FAE-0179-5AAC-8718FF3FA5E3}"/>
                </a:ext>
              </a:extLst>
            </p:cNvPr>
            <p:cNvSpPr/>
            <p:nvPr/>
          </p:nvSpPr>
          <p:spPr>
            <a:xfrm>
              <a:off x="1586125"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a:extLst>
                <a:ext uri="{FF2B5EF4-FFF2-40B4-BE49-F238E27FC236}">
                  <a16:creationId xmlns:a16="http://schemas.microsoft.com/office/drawing/2014/main" id="{80BA05FD-5EEE-96B2-0D86-0D4C78234488}"/>
                </a:ext>
              </a:extLst>
            </p:cNvPr>
            <p:cNvSpPr/>
            <p:nvPr/>
          </p:nvSpPr>
          <p:spPr>
            <a:xfrm>
              <a:off x="750175" y="2651475"/>
              <a:ext cx="70275" cy="69100"/>
            </a:xfrm>
            <a:custGeom>
              <a:avLst/>
              <a:gdLst/>
              <a:ahLst/>
              <a:cxnLst/>
              <a:rect l="l" t="t" r="r" b="b"/>
              <a:pathLst>
                <a:path w="2811" h="2764" extrusionOk="0">
                  <a:moveTo>
                    <a:pt x="0" y="1"/>
                  </a:moveTo>
                  <a:lnTo>
                    <a:pt x="0" y="2763"/>
                  </a:lnTo>
                  <a:lnTo>
                    <a:pt x="2811" y="2763"/>
                  </a:lnTo>
                  <a:lnTo>
                    <a:pt x="28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a:extLst>
                <a:ext uri="{FF2B5EF4-FFF2-40B4-BE49-F238E27FC236}">
                  <a16:creationId xmlns:a16="http://schemas.microsoft.com/office/drawing/2014/main" id="{F4EB71E4-47A8-805A-2476-94C2D6E792B0}"/>
                </a:ext>
              </a:extLst>
            </p:cNvPr>
            <p:cNvSpPr/>
            <p:nvPr/>
          </p:nvSpPr>
          <p:spPr>
            <a:xfrm>
              <a:off x="750175" y="2441900"/>
              <a:ext cx="70275" cy="70275"/>
            </a:xfrm>
            <a:custGeom>
              <a:avLst/>
              <a:gdLst/>
              <a:ahLst/>
              <a:cxnLst/>
              <a:rect l="l" t="t" r="r" b="b"/>
              <a:pathLst>
                <a:path w="2811" h="2811" extrusionOk="0">
                  <a:moveTo>
                    <a:pt x="0" y="0"/>
                  </a:moveTo>
                  <a:lnTo>
                    <a:pt x="0" y="2811"/>
                  </a:lnTo>
                  <a:lnTo>
                    <a:pt x="2811" y="2811"/>
                  </a:lnTo>
                  <a:lnTo>
                    <a:pt x="28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a:extLst>
                <a:ext uri="{FF2B5EF4-FFF2-40B4-BE49-F238E27FC236}">
                  <a16:creationId xmlns:a16="http://schemas.microsoft.com/office/drawing/2014/main" id="{DA297790-1C5C-3B15-3097-E09C149EF42B}"/>
                </a:ext>
              </a:extLst>
            </p:cNvPr>
            <p:cNvSpPr/>
            <p:nvPr/>
          </p:nvSpPr>
          <p:spPr>
            <a:xfrm>
              <a:off x="681100"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a:extLst>
                <a:ext uri="{FF2B5EF4-FFF2-40B4-BE49-F238E27FC236}">
                  <a16:creationId xmlns:a16="http://schemas.microsoft.com/office/drawing/2014/main" id="{B231CDFC-B2C8-321F-7098-040D57EE236A}"/>
                </a:ext>
              </a:extLst>
            </p:cNvPr>
            <p:cNvSpPr/>
            <p:nvPr/>
          </p:nvSpPr>
          <p:spPr>
            <a:xfrm>
              <a:off x="130747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a:extLst>
                <a:ext uri="{FF2B5EF4-FFF2-40B4-BE49-F238E27FC236}">
                  <a16:creationId xmlns:a16="http://schemas.microsoft.com/office/drawing/2014/main" id="{1D9B8D95-48B0-749A-CE42-D0080BA93929}"/>
                </a:ext>
              </a:extLst>
            </p:cNvPr>
            <p:cNvSpPr/>
            <p:nvPr/>
          </p:nvSpPr>
          <p:spPr>
            <a:xfrm>
              <a:off x="102882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2">
            <a:extLst>
              <a:ext uri="{FF2B5EF4-FFF2-40B4-BE49-F238E27FC236}">
                <a16:creationId xmlns:a16="http://schemas.microsoft.com/office/drawing/2014/main" id="{AFC52292-71A9-8D54-B4F8-E8F0A5CE2168}"/>
              </a:ext>
            </a:extLst>
          </p:cNvPr>
          <p:cNvGrpSpPr/>
          <p:nvPr/>
        </p:nvGrpSpPr>
        <p:grpSpPr>
          <a:xfrm rot="-795768">
            <a:off x="7900130" y="4074308"/>
            <a:ext cx="276309" cy="437670"/>
            <a:chOff x="713100" y="3583157"/>
            <a:chExt cx="721984" cy="1143614"/>
          </a:xfrm>
        </p:grpSpPr>
        <p:sp>
          <p:nvSpPr>
            <p:cNvPr id="655" name="Google Shape;655;p32">
              <a:extLst>
                <a:ext uri="{FF2B5EF4-FFF2-40B4-BE49-F238E27FC236}">
                  <a16:creationId xmlns:a16="http://schemas.microsoft.com/office/drawing/2014/main" id="{50101DAB-21F5-F8EC-AFD2-7B1DAFEA6F45}"/>
                </a:ext>
              </a:extLst>
            </p:cNvPr>
            <p:cNvSpPr/>
            <p:nvPr/>
          </p:nvSpPr>
          <p:spPr>
            <a:xfrm>
              <a:off x="713100" y="3583157"/>
              <a:ext cx="721961" cy="1143555"/>
            </a:xfrm>
            <a:custGeom>
              <a:avLst/>
              <a:gdLst/>
              <a:ahLst/>
              <a:cxnLst/>
              <a:rect l="l" t="t" r="r" b="b"/>
              <a:pathLst>
                <a:path w="43623" h="69097" extrusionOk="0">
                  <a:moveTo>
                    <a:pt x="1" y="1"/>
                  </a:moveTo>
                  <a:lnTo>
                    <a:pt x="1" y="61827"/>
                  </a:lnTo>
                  <a:lnTo>
                    <a:pt x="7271" y="61827"/>
                  </a:lnTo>
                  <a:lnTo>
                    <a:pt x="7271" y="58163"/>
                  </a:lnTo>
                  <a:lnTo>
                    <a:pt x="10877" y="58163"/>
                  </a:lnTo>
                  <a:lnTo>
                    <a:pt x="10877" y="54557"/>
                  </a:lnTo>
                  <a:lnTo>
                    <a:pt x="14541" y="54557"/>
                  </a:lnTo>
                  <a:lnTo>
                    <a:pt x="14541" y="50892"/>
                  </a:lnTo>
                  <a:lnTo>
                    <a:pt x="18147" y="50892"/>
                  </a:lnTo>
                  <a:lnTo>
                    <a:pt x="18147" y="58163"/>
                  </a:lnTo>
                  <a:lnTo>
                    <a:pt x="21811" y="58163"/>
                  </a:lnTo>
                  <a:lnTo>
                    <a:pt x="21811" y="65433"/>
                  </a:lnTo>
                  <a:lnTo>
                    <a:pt x="25418" y="65433"/>
                  </a:lnTo>
                  <a:lnTo>
                    <a:pt x="25418" y="69097"/>
                  </a:lnTo>
                  <a:lnTo>
                    <a:pt x="32688" y="69097"/>
                  </a:lnTo>
                  <a:lnTo>
                    <a:pt x="32688" y="65433"/>
                  </a:lnTo>
                  <a:lnTo>
                    <a:pt x="36352" y="65433"/>
                  </a:lnTo>
                  <a:lnTo>
                    <a:pt x="36352" y="58163"/>
                  </a:lnTo>
                  <a:lnTo>
                    <a:pt x="32688" y="58163"/>
                  </a:lnTo>
                  <a:lnTo>
                    <a:pt x="32688" y="50892"/>
                  </a:lnTo>
                  <a:lnTo>
                    <a:pt x="29082" y="50892"/>
                  </a:lnTo>
                  <a:lnTo>
                    <a:pt x="29082" y="47286"/>
                  </a:lnTo>
                  <a:lnTo>
                    <a:pt x="43622" y="47286"/>
                  </a:lnTo>
                  <a:lnTo>
                    <a:pt x="43622" y="43622"/>
                  </a:lnTo>
                  <a:lnTo>
                    <a:pt x="43622" y="40016"/>
                  </a:lnTo>
                  <a:lnTo>
                    <a:pt x="39958" y="40016"/>
                  </a:lnTo>
                  <a:lnTo>
                    <a:pt x="39958" y="36352"/>
                  </a:lnTo>
                  <a:lnTo>
                    <a:pt x="36352" y="36352"/>
                  </a:lnTo>
                  <a:lnTo>
                    <a:pt x="36352" y="32746"/>
                  </a:lnTo>
                  <a:lnTo>
                    <a:pt x="32688" y="32746"/>
                  </a:lnTo>
                  <a:lnTo>
                    <a:pt x="32688" y="29082"/>
                  </a:lnTo>
                  <a:lnTo>
                    <a:pt x="29082" y="29082"/>
                  </a:lnTo>
                  <a:lnTo>
                    <a:pt x="29082" y="25476"/>
                  </a:lnTo>
                  <a:lnTo>
                    <a:pt x="25418" y="25476"/>
                  </a:lnTo>
                  <a:lnTo>
                    <a:pt x="25418" y="21811"/>
                  </a:lnTo>
                  <a:lnTo>
                    <a:pt x="21811" y="21811"/>
                  </a:lnTo>
                  <a:lnTo>
                    <a:pt x="21811" y="18205"/>
                  </a:lnTo>
                  <a:lnTo>
                    <a:pt x="18147" y="18205"/>
                  </a:lnTo>
                  <a:lnTo>
                    <a:pt x="18147" y="14541"/>
                  </a:lnTo>
                  <a:lnTo>
                    <a:pt x="14541" y="14541"/>
                  </a:lnTo>
                  <a:lnTo>
                    <a:pt x="14541" y="10935"/>
                  </a:lnTo>
                  <a:lnTo>
                    <a:pt x="10877" y="10935"/>
                  </a:lnTo>
                  <a:lnTo>
                    <a:pt x="10877" y="7271"/>
                  </a:lnTo>
                  <a:lnTo>
                    <a:pt x="7271" y="7271"/>
                  </a:lnTo>
                  <a:lnTo>
                    <a:pt x="7271" y="3665"/>
                  </a:lnTo>
                  <a:lnTo>
                    <a:pt x="3607" y="3665"/>
                  </a:lnTo>
                  <a:lnTo>
                    <a:pt x="3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a:extLst>
                <a:ext uri="{FF2B5EF4-FFF2-40B4-BE49-F238E27FC236}">
                  <a16:creationId xmlns:a16="http://schemas.microsoft.com/office/drawing/2014/main" id="{7A101E30-46AA-E971-F339-268C33F23D18}"/>
                </a:ext>
              </a:extLst>
            </p:cNvPr>
            <p:cNvSpPr/>
            <p:nvPr/>
          </p:nvSpPr>
          <p:spPr>
            <a:xfrm>
              <a:off x="713100" y="3583157"/>
              <a:ext cx="120335" cy="1023237"/>
            </a:xfrm>
            <a:custGeom>
              <a:avLst/>
              <a:gdLst/>
              <a:ahLst/>
              <a:cxnLst/>
              <a:rect l="l" t="t" r="r" b="b"/>
              <a:pathLst>
                <a:path w="7271" h="61827" extrusionOk="0">
                  <a:moveTo>
                    <a:pt x="1" y="1"/>
                  </a:moveTo>
                  <a:lnTo>
                    <a:pt x="1" y="61827"/>
                  </a:lnTo>
                  <a:lnTo>
                    <a:pt x="7271" y="61827"/>
                  </a:lnTo>
                  <a:lnTo>
                    <a:pt x="7271" y="58163"/>
                  </a:lnTo>
                  <a:lnTo>
                    <a:pt x="3607" y="58163"/>
                  </a:lnTo>
                  <a:lnTo>
                    <a:pt x="3607" y="7271"/>
                  </a:lnTo>
                  <a:lnTo>
                    <a:pt x="7271" y="7271"/>
                  </a:lnTo>
                  <a:lnTo>
                    <a:pt x="727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a:extLst>
                <a:ext uri="{FF2B5EF4-FFF2-40B4-BE49-F238E27FC236}">
                  <a16:creationId xmlns:a16="http://schemas.microsoft.com/office/drawing/2014/main" id="{6F76DB17-8E2F-6C66-1D08-658EC6B27E68}"/>
                </a:ext>
              </a:extLst>
            </p:cNvPr>
            <p:cNvSpPr/>
            <p:nvPr/>
          </p:nvSpPr>
          <p:spPr>
            <a:xfrm>
              <a:off x="833425" y="3703499"/>
              <a:ext cx="59712" cy="60656"/>
            </a:xfrm>
            <a:custGeom>
              <a:avLst/>
              <a:gdLst/>
              <a:ahLst/>
              <a:cxnLst/>
              <a:rect l="l" t="t" r="r" b="b"/>
              <a:pathLst>
                <a:path w="3608" h="3665" extrusionOk="0">
                  <a:moveTo>
                    <a:pt x="1" y="0"/>
                  </a:moveTo>
                  <a:lnTo>
                    <a:pt x="1" y="3664"/>
                  </a:lnTo>
                  <a:lnTo>
                    <a:pt x="3607" y="3664"/>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a:extLst>
                <a:ext uri="{FF2B5EF4-FFF2-40B4-BE49-F238E27FC236}">
                  <a16:creationId xmlns:a16="http://schemas.microsoft.com/office/drawing/2014/main" id="{4EE10AF2-CE9E-57CD-C470-FEAEDB108FA6}"/>
                </a:ext>
              </a:extLst>
            </p:cNvPr>
            <p:cNvSpPr/>
            <p:nvPr/>
          </p:nvSpPr>
          <p:spPr>
            <a:xfrm>
              <a:off x="893124" y="3764141"/>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a:extLst>
                <a:ext uri="{FF2B5EF4-FFF2-40B4-BE49-F238E27FC236}">
                  <a16:creationId xmlns:a16="http://schemas.microsoft.com/office/drawing/2014/main" id="{A2102F1E-FDF3-0EAE-1B91-2358DA32C362}"/>
                </a:ext>
              </a:extLst>
            </p:cNvPr>
            <p:cNvSpPr/>
            <p:nvPr/>
          </p:nvSpPr>
          <p:spPr>
            <a:xfrm>
              <a:off x="953767" y="3823824"/>
              <a:ext cx="59696" cy="60656"/>
            </a:xfrm>
            <a:custGeom>
              <a:avLst/>
              <a:gdLst/>
              <a:ahLst/>
              <a:cxnLst/>
              <a:rect l="l" t="t" r="r" b="b"/>
              <a:pathLst>
                <a:path w="3607" h="3665" extrusionOk="0">
                  <a:moveTo>
                    <a:pt x="0" y="0"/>
                  </a:moveTo>
                  <a:lnTo>
                    <a:pt x="0" y="3664"/>
                  </a:lnTo>
                  <a:lnTo>
                    <a:pt x="3606" y="3664"/>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a:extLst>
                <a:ext uri="{FF2B5EF4-FFF2-40B4-BE49-F238E27FC236}">
                  <a16:creationId xmlns:a16="http://schemas.microsoft.com/office/drawing/2014/main" id="{3B694A11-C7BC-8FB9-1D22-403ABAC8E8A5}"/>
                </a:ext>
              </a:extLst>
            </p:cNvPr>
            <p:cNvSpPr/>
            <p:nvPr/>
          </p:nvSpPr>
          <p:spPr>
            <a:xfrm>
              <a:off x="1013449" y="3884466"/>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2">
              <a:extLst>
                <a:ext uri="{FF2B5EF4-FFF2-40B4-BE49-F238E27FC236}">
                  <a16:creationId xmlns:a16="http://schemas.microsoft.com/office/drawing/2014/main" id="{36DBEECE-A5BA-318D-5408-C74B4244BBBE}"/>
                </a:ext>
              </a:extLst>
            </p:cNvPr>
            <p:cNvSpPr/>
            <p:nvPr/>
          </p:nvSpPr>
          <p:spPr>
            <a:xfrm>
              <a:off x="1074092" y="3944149"/>
              <a:ext cx="59696" cy="60656"/>
            </a:xfrm>
            <a:custGeom>
              <a:avLst/>
              <a:gdLst/>
              <a:ahLst/>
              <a:cxnLst/>
              <a:rect l="l" t="t" r="r" b="b"/>
              <a:pathLst>
                <a:path w="3607" h="3665" extrusionOk="0">
                  <a:moveTo>
                    <a:pt x="0" y="0"/>
                  </a:moveTo>
                  <a:lnTo>
                    <a:pt x="0" y="3665"/>
                  </a:lnTo>
                  <a:lnTo>
                    <a:pt x="3607" y="3665"/>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2">
              <a:extLst>
                <a:ext uri="{FF2B5EF4-FFF2-40B4-BE49-F238E27FC236}">
                  <a16:creationId xmlns:a16="http://schemas.microsoft.com/office/drawing/2014/main" id="{66DC2720-060A-D9BD-172F-DF34E903F095}"/>
                </a:ext>
              </a:extLst>
            </p:cNvPr>
            <p:cNvSpPr/>
            <p:nvPr/>
          </p:nvSpPr>
          <p:spPr>
            <a:xfrm>
              <a:off x="1133774" y="4004792"/>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a:extLst>
                <a:ext uri="{FF2B5EF4-FFF2-40B4-BE49-F238E27FC236}">
                  <a16:creationId xmlns:a16="http://schemas.microsoft.com/office/drawing/2014/main" id="{72362C75-5022-BF6C-C6F3-8EB73DB789F4}"/>
                </a:ext>
              </a:extLst>
            </p:cNvPr>
            <p:cNvSpPr/>
            <p:nvPr/>
          </p:nvSpPr>
          <p:spPr>
            <a:xfrm>
              <a:off x="1194417" y="4064474"/>
              <a:ext cx="59696" cy="60656"/>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a:extLst>
                <a:ext uri="{FF2B5EF4-FFF2-40B4-BE49-F238E27FC236}">
                  <a16:creationId xmlns:a16="http://schemas.microsoft.com/office/drawing/2014/main" id="{2E65142E-67AA-2FA0-6CB7-6800BFB34FB9}"/>
                </a:ext>
              </a:extLst>
            </p:cNvPr>
            <p:cNvSpPr/>
            <p:nvPr/>
          </p:nvSpPr>
          <p:spPr>
            <a:xfrm>
              <a:off x="1254099" y="4125117"/>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a:extLst>
                <a:ext uri="{FF2B5EF4-FFF2-40B4-BE49-F238E27FC236}">
                  <a16:creationId xmlns:a16="http://schemas.microsoft.com/office/drawing/2014/main" id="{DFFE5556-C435-06A4-FD14-6D427510C10E}"/>
                </a:ext>
              </a:extLst>
            </p:cNvPr>
            <p:cNvSpPr/>
            <p:nvPr/>
          </p:nvSpPr>
          <p:spPr>
            <a:xfrm>
              <a:off x="1314758" y="4184799"/>
              <a:ext cx="59696" cy="60672"/>
            </a:xfrm>
            <a:custGeom>
              <a:avLst/>
              <a:gdLst/>
              <a:ahLst/>
              <a:cxnLst/>
              <a:rect l="l" t="t" r="r" b="b"/>
              <a:pathLst>
                <a:path w="3607" h="3666" extrusionOk="0">
                  <a:moveTo>
                    <a:pt x="0" y="1"/>
                  </a:moveTo>
                  <a:lnTo>
                    <a:pt x="0" y="3665"/>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a:extLst>
                <a:ext uri="{FF2B5EF4-FFF2-40B4-BE49-F238E27FC236}">
                  <a16:creationId xmlns:a16="http://schemas.microsoft.com/office/drawing/2014/main" id="{06C3AFE6-35B1-5CE4-1F01-9B1A37C1DFC2}"/>
                </a:ext>
              </a:extLst>
            </p:cNvPr>
            <p:cNvSpPr/>
            <p:nvPr/>
          </p:nvSpPr>
          <p:spPr>
            <a:xfrm>
              <a:off x="1133774" y="4245458"/>
              <a:ext cx="301309" cy="180014"/>
            </a:xfrm>
            <a:custGeom>
              <a:avLst/>
              <a:gdLst/>
              <a:ahLst/>
              <a:cxnLst/>
              <a:rect l="l" t="t" r="r" b="b"/>
              <a:pathLst>
                <a:path w="18206" h="10877" extrusionOk="0">
                  <a:moveTo>
                    <a:pt x="14541" y="0"/>
                  </a:moveTo>
                  <a:lnTo>
                    <a:pt x="14541" y="3606"/>
                  </a:lnTo>
                  <a:lnTo>
                    <a:pt x="1" y="3606"/>
                  </a:lnTo>
                  <a:lnTo>
                    <a:pt x="1" y="7270"/>
                  </a:lnTo>
                  <a:lnTo>
                    <a:pt x="1" y="10876"/>
                  </a:lnTo>
                  <a:lnTo>
                    <a:pt x="3665" y="10876"/>
                  </a:lnTo>
                  <a:lnTo>
                    <a:pt x="3665" y="7270"/>
                  </a:lnTo>
                  <a:lnTo>
                    <a:pt x="18205" y="7270"/>
                  </a:lnTo>
                  <a:lnTo>
                    <a:pt x="18205" y="3606"/>
                  </a:lnTo>
                  <a:lnTo>
                    <a:pt x="18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a:extLst>
                <a:ext uri="{FF2B5EF4-FFF2-40B4-BE49-F238E27FC236}">
                  <a16:creationId xmlns:a16="http://schemas.microsoft.com/office/drawing/2014/main" id="{FE319013-320F-B7FD-6C0C-8046CCCE4686}"/>
                </a:ext>
              </a:extLst>
            </p:cNvPr>
            <p:cNvSpPr/>
            <p:nvPr/>
          </p:nvSpPr>
          <p:spPr>
            <a:xfrm>
              <a:off x="953767" y="4365783"/>
              <a:ext cx="59696" cy="59696"/>
            </a:xfrm>
            <a:custGeom>
              <a:avLst/>
              <a:gdLst/>
              <a:ahLst/>
              <a:cxnLst/>
              <a:rect l="l" t="t" r="r" b="b"/>
              <a:pathLst>
                <a:path w="3607" h="3607" extrusionOk="0">
                  <a:moveTo>
                    <a:pt x="0" y="0"/>
                  </a:moveTo>
                  <a:lnTo>
                    <a:pt x="0" y="3606"/>
                  </a:lnTo>
                  <a:lnTo>
                    <a:pt x="3606" y="3606"/>
                  </a:lnTo>
                  <a:lnTo>
                    <a:pt x="3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a:extLst>
                <a:ext uri="{FF2B5EF4-FFF2-40B4-BE49-F238E27FC236}">
                  <a16:creationId xmlns:a16="http://schemas.microsoft.com/office/drawing/2014/main" id="{B8E8D2E1-A25E-D07B-EE30-5D9BD1341082}"/>
                </a:ext>
              </a:extLst>
            </p:cNvPr>
            <p:cNvSpPr/>
            <p:nvPr/>
          </p:nvSpPr>
          <p:spPr>
            <a:xfrm>
              <a:off x="1013449" y="4425466"/>
              <a:ext cx="60656" cy="120335"/>
            </a:xfrm>
            <a:custGeom>
              <a:avLst/>
              <a:gdLst/>
              <a:ahLst/>
              <a:cxnLst/>
              <a:rect l="l" t="t" r="r" b="b"/>
              <a:pathLst>
                <a:path w="3665" h="7271" extrusionOk="0">
                  <a:moveTo>
                    <a:pt x="0" y="0"/>
                  </a:moveTo>
                  <a:lnTo>
                    <a:pt x="0" y="7271"/>
                  </a:lnTo>
                  <a:lnTo>
                    <a:pt x="3664" y="7271"/>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a:extLst>
                <a:ext uri="{FF2B5EF4-FFF2-40B4-BE49-F238E27FC236}">
                  <a16:creationId xmlns:a16="http://schemas.microsoft.com/office/drawing/2014/main" id="{25A7F396-1B74-C876-7BDF-D7D43D0CEAC6}"/>
                </a:ext>
              </a:extLst>
            </p:cNvPr>
            <p:cNvSpPr/>
            <p:nvPr/>
          </p:nvSpPr>
          <p:spPr>
            <a:xfrm>
              <a:off x="1074092" y="4545791"/>
              <a:ext cx="59696" cy="120335"/>
            </a:xfrm>
            <a:custGeom>
              <a:avLst/>
              <a:gdLst/>
              <a:ahLst/>
              <a:cxnLst/>
              <a:rect l="l" t="t" r="r" b="b"/>
              <a:pathLst>
                <a:path w="3607" h="7271" extrusionOk="0">
                  <a:moveTo>
                    <a:pt x="0" y="1"/>
                  </a:moveTo>
                  <a:lnTo>
                    <a:pt x="0" y="7271"/>
                  </a:lnTo>
                  <a:lnTo>
                    <a:pt x="3607" y="7271"/>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a:extLst>
                <a:ext uri="{FF2B5EF4-FFF2-40B4-BE49-F238E27FC236}">
                  <a16:creationId xmlns:a16="http://schemas.microsoft.com/office/drawing/2014/main" id="{8C5B3CA4-EE0B-519E-6C6D-6203CDD46CAE}"/>
                </a:ext>
              </a:extLst>
            </p:cNvPr>
            <p:cNvSpPr/>
            <p:nvPr/>
          </p:nvSpPr>
          <p:spPr>
            <a:xfrm>
              <a:off x="1133774" y="4666116"/>
              <a:ext cx="120335" cy="60656"/>
            </a:xfrm>
            <a:custGeom>
              <a:avLst/>
              <a:gdLst/>
              <a:ahLst/>
              <a:cxnLst/>
              <a:rect l="l" t="t" r="r" b="b"/>
              <a:pathLst>
                <a:path w="7271" h="3665" extrusionOk="0">
                  <a:moveTo>
                    <a:pt x="1" y="1"/>
                  </a:moveTo>
                  <a:lnTo>
                    <a:pt x="1" y="3665"/>
                  </a:lnTo>
                  <a:lnTo>
                    <a:pt x="7271" y="3665"/>
                  </a:lnTo>
                  <a:lnTo>
                    <a:pt x="7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a:extLst>
                <a:ext uri="{FF2B5EF4-FFF2-40B4-BE49-F238E27FC236}">
                  <a16:creationId xmlns:a16="http://schemas.microsoft.com/office/drawing/2014/main" id="{AA44A875-DA44-9AEB-3C82-BE14A7AA50DF}"/>
                </a:ext>
              </a:extLst>
            </p:cNvPr>
            <p:cNvSpPr/>
            <p:nvPr/>
          </p:nvSpPr>
          <p:spPr>
            <a:xfrm>
              <a:off x="1194417" y="4425466"/>
              <a:ext cx="59696" cy="120335"/>
            </a:xfrm>
            <a:custGeom>
              <a:avLst/>
              <a:gdLst/>
              <a:ahLst/>
              <a:cxnLst/>
              <a:rect l="l" t="t" r="r" b="b"/>
              <a:pathLst>
                <a:path w="3607" h="7271" extrusionOk="0">
                  <a:moveTo>
                    <a:pt x="1" y="0"/>
                  </a:moveTo>
                  <a:lnTo>
                    <a:pt x="1" y="7271"/>
                  </a:lnTo>
                  <a:lnTo>
                    <a:pt x="3607" y="7271"/>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a:extLst>
                <a:ext uri="{FF2B5EF4-FFF2-40B4-BE49-F238E27FC236}">
                  <a16:creationId xmlns:a16="http://schemas.microsoft.com/office/drawing/2014/main" id="{A5041166-0595-4438-3FB0-FA25CBAEB290}"/>
                </a:ext>
              </a:extLst>
            </p:cNvPr>
            <p:cNvSpPr/>
            <p:nvPr/>
          </p:nvSpPr>
          <p:spPr>
            <a:xfrm>
              <a:off x="1254099" y="4545791"/>
              <a:ext cx="60656" cy="120335"/>
            </a:xfrm>
            <a:custGeom>
              <a:avLst/>
              <a:gdLst/>
              <a:ahLst/>
              <a:cxnLst/>
              <a:rect l="l" t="t" r="r" b="b"/>
              <a:pathLst>
                <a:path w="3665" h="7271" extrusionOk="0">
                  <a:moveTo>
                    <a:pt x="1" y="1"/>
                  </a:moveTo>
                  <a:lnTo>
                    <a:pt x="1" y="7271"/>
                  </a:lnTo>
                  <a:lnTo>
                    <a:pt x="3665" y="7271"/>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2">
              <a:extLst>
                <a:ext uri="{FF2B5EF4-FFF2-40B4-BE49-F238E27FC236}">
                  <a16:creationId xmlns:a16="http://schemas.microsoft.com/office/drawing/2014/main" id="{DC607E3F-6009-94AE-0C52-9BD7106991F0}"/>
                </a:ext>
              </a:extLst>
            </p:cNvPr>
            <p:cNvSpPr/>
            <p:nvPr/>
          </p:nvSpPr>
          <p:spPr>
            <a:xfrm>
              <a:off x="893124" y="4425466"/>
              <a:ext cx="60656" cy="60656"/>
            </a:xfrm>
            <a:custGeom>
              <a:avLst/>
              <a:gdLst/>
              <a:ahLst/>
              <a:cxnLst/>
              <a:rect l="l" t="t" r="r" b="b"/>
              <a:pathLst>
                <a:path w="3665" h="3665" extrusionOk="0">
                  <a:moveTo>
                    <a:pt x="0" y="0"/>
                  </a:moveTo>
                  <a:lnTo>
                    <a:pt x="0" y="3665"/>
                  </a:lnTo>
                  <a:lnTo>
                    <a:pt x="3664" y="3665"/>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2">
              <a:extLst>
                <a:ext uri="{FF2B5EF4-FFF2-40B4-BE49-F238E27FC236}">
                  <a16:creationId xmlns:a16="http://schemas.microsoft.com/office/drawing/2014/main" id="{8DE0A792-157A-4897-4601-94315CB63322}"/>
                </a:ext>
              </a:extLst>
            </p:cNvPr>
            <p:cNvSpPr/>
            <p:nvPr/>
          </p:nvSpPr>
          <p:spPr>
            <a:xfrm>
              <a:off x="833425" y="4486108"/>
              <a:ext cx="59712" cy="59696"/>
            </a:xfrm>
            <a:custGeom>
              <a:avLst/>
              <a:gdLst/>
              <a:ahLst/>
              <a:cxnLst/>
              <a:rect l="l" t="t" r="r" b="b"/>
              <a:pathLst>
                <a:path w="3608" h="3607" extrusionOk="0">
                  <a:moveTo>
                    <a:pt x="1" y="1"/>
                  </a:moveTo>
                  <a:lnTo>
                    <a:pt x="1" y="3607"/>
                  </a:lnTo>
                  <a:lnTo>
                    <a:pt x="3607" y="3607"/>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32">
            <a:extLst>
              <a:ext uri="{FF2B5EF4-FFF2-40B4-BE49-F238E27FC236}">
                <a16:creationId xmlns:a16="http://schemas.microsoft.com/office/drawing/2014/main" id="{2EE3432B-0791-93FD-51AC-0241A5E5E94F}"/>
              </a:ext>
            </a:extLst>
          </p:cNvPr>
          <p:cNvGrpSpPr/>
          <p:nvPr/>
        </p:nvGrpSpPr>
        <p:grpSpPr>
          <a:xfrm>
            <a:off x="2192175" y="1611263"/>
            <a:ext cx="223897" cy="223875"/>
            <a:chOff x="5557700" y="413400"/>
            <a:chExt cx="223897" cy="223875"/>
          </a:xfrm>
        </p:grpSpPr>
        <p:sp>
          <p:nvSpPr>
            <p:cNvPr id="676" name="Google Shape;676;p32">
              <a:extLst>
                <a:ext uri="{FF2B5EF4-FFF2-40B4-BE49-F238E27FC236}">
                  <a16:creationId xmlns:a16="http://schemas.microsoft.com/office/drawing/2014/main" id="{E7E13A0A-2B25-97EE-9A88-45B782AA54B7}"/>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2">
              <a:extLst>
                <a:ext uri="{FF2B5EF4-FFF2-40B4-BE49-F238E27FC236}">
                  <a16:creationId xmlns:a16="http://schemas.microsoft.com/office/drawing/2014/main" id="{8D4F3DC7-A853-2039-64E8-3B5356964D70}"/>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a:extLst>
                <a:ext uri="{FF2B5EF4-FFF2-40B4-BE49-F238E27FC236}">
                  <a16:creationId xmlns:a16="http://schemas.microsoft.com/office/drawing/2014/main" id="{2C6FBEEB-DF00-C941-EFFC-A625FB1FFAD7}"/>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9" name="Google Shape;679;p32">
            <a:extLst>
              <a:ext uri="{FF2B5EF4-FFF2-40B4-BE49-F238E27FC236}">
                <a16:creationId xmlns:a16="http://schemas.microsoft.com/office/drawing/2014/main" id="{3D0F43CF-A611-BC74-0060-C1288D638CA0}"/>
              </a:ext>
            </a:extLst>
          </p:cNvPr>
          <p:cNvSpPr/>
          <p:nvPr/>
        </p:nvSpPr>
        <p:spPr>
          <a:xfrm>
            <a:off x="3787643" y="1397108"/>
            <a:ext cx="1506065" cy="554875"/>
          </a:xfrm>
          <a:prstGeom prst="rect">
            <a:avLst/>
          </a:prstGeom>
        </p:spPr>
        <p:txBody>
          <a:bodyPr>
            <a:prstTxWarp prst="textPlain">
              <a:avLst/>
            </a:prstTxWarp>
          </a:bodyPr>
          <a:lstStyle/>
          <a:p>
            <a:pPr lvl="0" algn="ctr"/>
            <a:r>
              <a:rPr b="0" i="0" dirty="0">
                <a:ln w="19050" cap="flat" cmpd="sng">
                  <a:solidFill>
                    <a:schemeClr val="accent1"/>
                  </a:solidFill>
                  <a:prstDash val="solid"/>
                  <a:round/>
                  <a:headEnd type="none" w="sm" len="sm"/>
                  <a:tailEnd type="none" w="sm" len="sm"/>
                </a:ln>
                <a:noFill/>
                <a:latin typeface="Press Start 2P"/>
              </a:rPr>
              <a:t>[</a:t>
            </a:r>
            <a:r>
              <a:rPr lang="en-US" b="0" i="0" dirty="0">
                <a:ln w="19050" cap="flat" cmpd="sng">
                  <a:solidFill>
                    <a:schemeClr val="accent1"/>
                  </a:solidFill>
                  <a:prstDash val="solid"/>
                  <a:round/>
                  <a:headEnd type="none" w="sm" len="sm"/>
                  <a:tailEnd type="none" w="sm" len="sm"/>
                </a:ln>
                <a:noFill/>
                <a:latin typeface="Press Start 2P"/>
              </a:rPr>
              <a:t>2</a:t>
            </a:r>
            <a:r>
              <a:rPr b="0" i="0" dirty="0">
                <a:ln w="19050" cap="flat" cmpd="sng">
                  <a:solidFill>
                    <a:schemeClr val="accent1"/>
                  </a:solidFill>
                  <a:prstDash val="solid"/>
                  <a:round/>
                  <a:headEnd type="none" w="sm" len="sm"/>
                  <a:tailEnd type="none" w="sm" len="sm"/>
                </a:ln>
                <a:noFill/>
                <a:latin typeface="Press Start 2P"/>
              </a:rPr>
              <a:t>]</a:t>
            </a:r>
          </a:p>
        </p:txBody>
      </p:sp>
      <p:grpSp>
        <p:nvGrpSpPr>
          <p:cNvPr id="704" name="Google Shape;704;p32">
            <a:extLst>
              <a:ext uri="{FF2B5EF4-FFF2-40B4-BE49-F238E27FC236}">
                <a16:creationId xmlns:a16="http://schemas.microsoft.com/office/drawing/2014/main" id="{22FA1D84-AD23-E3E0-7757-A0E059807FBB}"/>
              </a:ext>
            </a:extLst>
          </p:cNvPr>
          <p:cNvGrpSpPr/>
          <p:nvPr/>
        </p:nvGrpSpPr>
        <p:grpSpPr>
          <a:xfrm>
            <a:off x="6048619" y="539398"/>
            <a:ext cx="353419" cy="353419"/>
            <a:chOff x="713100" y="539400"/>
            <a:chExt cx="446575" cy="446575"/>
          </a:xfrm>
        </p:grpSpPr>
        <p:sp>
          <p:nvSpPr>
            <p:cNvPr id="705" name="Google Shape;705;p32">
              <a:extLst>
                <a:ext uri="{FF2B5EF4-FFF2-40B4-BE49-F238E27FC236}">
                  <a16:creationId xmlns:a16="http://schemas.microsoft.com/office/drawing/2014/main" id="{B7567AFA-8706-6C79-9D63-782FE2855EAD}"/>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2">
              <a:extLst>
                <a:ext uri="{FF2B5EF4-FFF2-40B4-BE49-F238E27FC236}">
                  <a16:creationId xmlns:a16="http://schemas.microsoft.com/office/drawing/2014/main" id="{4BD7FDE1-62FC-9C4A-EEE7-4220468E308E}"/>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descr="SAVE Point | TS!Underswap Wiki | Fandom">
            <a:extLst>
              <a:ext uri="{FF2B5EF4-FFF2-40B4-BE49-F238E27FC236}">
                <a16:creationId xmlns:a16="http://schemas.microsoft.com/office/drawing/2014/main" id="{3E1FC304-A817-D62C-2F76-EC908F06D616}"/>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3037087" y="2774029"/>
            <a:ext cx="647672" cy="68375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9F10C90-3CBC-69DC-E6EE-BECBF311A46D}"/>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4"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1158615928"/>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69">
          <a:extLst>
            <a:ext uri="{FF2B5EF4-FFF2-40B4-BE49-F238E27FC236}">
              <a16:creationId xmlns:a16="http://schemas.microsoft.com/office/drawing/2014/main" id="{01024C8F-84D7-388B-C703-D7C872E788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C30F11-760D-A261-1551-E61965C7C8F8}"/>
              </a:ext>
            </a:extLst>
          </p:cNvPr>
          <p:cNvPicPr>
            <a:picLocks noChangeAspect="1"/>
          </p:cNvPicPr>
          <p:nvPr/>
        </p:nvPicPr>
        <p:blipFill>
          <a:blip r:embed="rId4"/>
          <a:stretch>
            <a:fillRect/>
          </a:stretch>
        </p:blipFill>
        <p:spPr>
          <a:xfrm>
            <a:off x="-75" y="4694"/>
            <a:ext cx="9144075" cy="5138805"/>
          </a:xfrm>
          <a:prstGeom prst="rect">
            <a:avLst/>
          </a:prstGeom>
        </p:spPr>
      </p:pic>
      <p:sp>
        <p:nvSpPr>
          <p:cNvPr id="870" name="Google Shape;870;p37">
            <a:extLst>
              <a:ext uri="{FF2B5EF4-FFF2-40B4-BE49-F238E27FC236}">
                <a16:creationId xmlns:a16="http://schemas.microsoft.com/office/drawing/2014/main" id="{97E4F839-E184-1556-71AC-BC0A6778E390}"/>
              </a:ext>
            </a:extLst>
          </p:cNvPr>
          <p:cNvSpPr/>
          <p:nvPr/>
        </p:nvSpPr>
        <p:spPr>
          <a:xfrm>
            <a:off x="3852672" y="1"/>
            <a:ext cx="5291327" cy="539749"/>
          </a:xfrm>
          <a:prstGeom prst="rect">
            <a:avLst/>
          </a:prstGeom>
          <a:solidFill>
            <a:schemeClr val="dk1"/>
          </a:solid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2" name="Google Shape;872;p37">
            <a:extLst>
              <a:ext uri="{FF2B5EF4-FFF2-40B4-BE49-F238E27FC236}">
                <a16:creationId xmlns:a16="http://schemas.microsoft.com/office/drawing/2014/main" id="{926DE70D-1CD3-651A-B1A4-73DE94D4A5A3}"/>
              </a:ext>
            </a:extLst>
          </p:cNvPr>
          <p:cNvSpPr/>
          <p:nvPr/>
        </p:nvSpPr>
        <p:spPr>
          <a:xfrm>
            <a:off x="3998976" y="109728"/>
            <a:ext cx="4944558" cy="340727"/>
          </a:xfrm>
          <a:prstGeom prst="rect">
            <a:avLst/>
          </a:prstGeom>
        </p:spPr>
        <p:txBody>
          <a:bodyPr>
            <a:prstTxWarp prst="textPlain">
              <a:avLst/>
            </a:prstTxWarp>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w="19050" cap="flat" cmpd="sng">
                  <a:solidFill>
                    <a:srgbClr val="AD84C6"/>
                  </a:solidFill>
                  <a:prstDash val="solid"/>
                  <a:round/>
                  <a:headEnd type="none" w="sm" len="sm"/>
                  <a:tailEnd type="none" w="sm" len="sm"/>
                </a:ln>
                <a:solidFill>
                  <a:schemeClr val="accent5"/>
                </a:solidFill>
                <a:effectLst/>
                <a:uLnTx/>
                <a:uFillTx/>
                <a:latin typeface="Press Start 2P"/>
                <a:cs typeface="Arial"/>
                <a:sym typeface="Arial"/>
              </a:rPr>
              <a:t>FINALIZED UI STYLE</a:t>
            </a:r>
            <a:r>
              <a:rPr kumimoji="0" sz="1400" b="0" i="0" u="none" strike="noStrike" kern="0" cap="none" spc="0" normalizeH="0" baseline="0" noProof="0" dirty="0">
                <a:ln w="19050" cap="flat" cmpd="sng">
                  <a:solidFill>
                    <a:srgbClr val="AD84C6"/>
                  </a:solidFill>
                  <a:prstDash val="solid"/>
                  <a:round/>
                  <a:headEnd type="none" w="sm" len="sm"/>
                  <a:tailEnd type="none" w="sm" len="sm"/>
                </a:ln>
                <a:solidFill>
                  <a:schemeClr val="accent5"/>
                </a:solidFill>
                <a:effectLst/>
                <a:uLnTx/>
                <a:uFillTx/>
                <a:latin typeface="Press Start 2P"/>
                <a:cs typeface="Arial"/>
                <a:sym typeface="Arial"/>
              </a:rPr>
              <a:t>_</a:t>
            </a:r>
          </a:p>
        </p:txBody>
      </p:sp>
      <p:grpSp>
        <p:nvGrpSpPr>
          <p:cNvPr id="873" name="Google Shape;873;p37">
            <a:extLst>
              <a:ext uri="{FF2B5EF4-FFF2-40B4-BE49-F238E27FC236}">
                <a16:creationId xmlns:a16="http://schemas.microsoft.com/office/drawing/2014/main" id="{B038D38D-7F1E-755B-F1D1-89E3A5899C6A}"/>
              </a:ext>
            </a:extLst>
          </p:cNvPr>
          <p:cNvGrpSpPr/>
          <p:nvPr/>
        </p:nvGrpSpPr>
        <p:grpSpPr>
          <a:xfrm>
            <a:off x="7409451" y="3882426"/>
            <a:ext cx="357857" cy="330623"/>
            <a:chOff x="713100" y="539400"/>
            <a:chExt cx="446575" cy="446575"/>
          </a:xfrm>
        </p:grpSpPr>
        <p:sp>
          <p:nvSpPr>
            <p:cNvPr id="874" name="Google Shape;874;p37">
              <a:extLst>
                <a:ext uri="{FF2B5EF4-FFF2-40B4-BE49-F238E27FC236}">
                  <a16:creationId xmlns:a16="http://schemas.microsoft.com/office/drawing/2014/main" id="{52B8F91F-77E5-E070-390B-564A296FD684}"/>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5" name="Google Shape;875;p37">
              <a:extLst>
                <a:ext uri="{FF2B5EF4-FFF2-40B4-BE49-F238E27FC236}">
                  <a16:creationId xmlns:a16="http://schemas.microsoft.com/office/drawing/2014/main" id="{E1022158-7F3F-57E5-E535-485DBF1D475A}"/>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76" name="Google Shape;876;p37">
            <a:extLst>
              <a:ext uri="{FF2B5EF4-FFF2-40B4-BE49-F238E27FC236}">
                <a16:creationId xmlns:a16="http://schemas.microsoft.com/office/drawing/2014/main" id="{FD2DC46E-E5FD-5FD9-D33C-E534A8F702A9}"/>
              </a:ext>
            </a:extLst>
          </p:cNvPr>
          <p:cNvGrpSpPr/>
          <p:nvPr/>
        </p:nvGrpSpPr>
        <p:grpSpPr>
          <a:xfrm>
            <a:off x="1221750" y="947548"/>
            <a:ext cx="226709" cy="209435"/>
            <a:chOff x="5557700" y="413400"/>
            <a:chExt cx="223897" cy="223875"/>
          </a:xfrm>
        </p:grpSpPr>
        <p:sp>
          <p:nvSpPr>
            <p:cNvPr id="877" name="Google Shape;877;p37">
              <a:extLst>
                <a:ext uri="{FF2B5EF4-FFF2-40B4-BE49-F238E27FC236}">
                  <a16:creationId xmlns:a16="http://schemas.microsoft.com/office/drawing/2014/main" id="{CA82CC37-EEBD-4116-573C-F2A904D1CB25}"/>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8" name="Google Shape;878;p37">
              <a:extLst>
                <a:ext uri="{FF2B5EF4-FFF2-40B4-BE49-F238E27FC236}">
                  <a16:creationId xmlns:a16="http://schemas.microsoft.com/office/drawing/2014/main" id="{30A96BF8-D72B-4E4F-D922-E44FDCAE47DF}"/>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9" name="Google Shape;879;p37">
              <a:extLst>
                <a:ext uri="{FF2B5EF4-FFF2-40B4-BE49-F238E27FC236}">
                  <a16:creationId xmlns:a16="http://schemas.microsoft.com/office/drawing/2014/main" id="{40506834-D87C-1DC7-F228-E187AB301A56}"/>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86" name="Google Shape;886;p37">
            <a:extLst>
              <a:ext uri="{FF2B5EF4-FFF2-40B4-BE49-F238E27FC236}">
                <a16:creationId xmlns:a16="http://schemas.microsoft.com/office/drawing/2014/main" id="{D29393C4-61F8-176A-7E14-9C36678DD1C7}"/>
              </a:ext>
            </a:extLst>
          </p:cNvPr>
          <p:cNvGrpSpPr/>
          <p:nvPr/>
        </p:nvGrpSpPr>
        <p:grpSpPr>
          <a:xfrm>
            <a:off x="1049601" y="3663482"/>
            <a:ext cx="562250" cy="519091"/>
            <a:chOff x="3537650" y="2571750"/>
            <a:chExt cx="1340600" cy="1339325"/>
          </a:xfrm>
        </p:grpSpPr>
        <p:sp>
          <p:nvSpPr>
            <p:cNvPr id="887" name="Google Shape;887;p37">
              <a:extLst>
                <a:ext uri="{FF2B5EF4-FFF2-40B4-BE49-F238E27FC236}">
                  <a16:creationId xmlns:a16="http://schemas.microsoft.com/office/drawing/2014/main" id="{30A67D43-50F6-D94C-C5C3-30FBEA783B61}"/>
                </a:ext>
              </a:extLst>
            </p:cNvPr>
            <p:cNvSpPr/>
            <p:nvPr/>
          </p:nvSpPr>
          <p:spPr>
            <a:xfrm>
              <a:off x="4698800" y="3195900"/>
              <a:ext cx="89725" cy="89725"/>
            </a:xfrm>
            <a:custGeom>
              <a:avLst/>
              <a:gdLst/>
              <a:ahLst/>
              <a:cxnLst/>
              <a:rect l="l" t="t" r="r" b="b"/>
              <a:pathLst>
                <a:path w="3589" h="3589" extrusionOk="0">
                  <a:moveTo>
                    <a:pt x="0" y="0"/>
                  </a:moveTo>
                  <a:lnTo>
                    <a:pt x="0"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8" name="Google Shape;888;p37">
              <a:extLst>
                <a:ext uri="{FF2B5EF4-FFF2-40B4-BE49-F238E27FC236}">
                  <a16:creationId xmlns:a16="http://schemas.microsoft.com/office/drawing/2014/main" id="{01E176D5-FA27-771E-5C3D-B4ECE8EC1651}"/>
                </a:ext>
              </a:extLst>
            </p:cNvPr>
            <p:cNvSpPr/>
            <p:nvPr/>
          </p:nvSpPr>
          <p:spPr>
            <a:xfrm>
              <a:off x="4609075" y="3553475"/>
              <a:ext cx="89750" cy="178175"/>
            </a:xfrm>
            <a:custGeom>
              <a:avLst/>
              <a:gdLst/>
              <a:ahLst/>
              <a:cxnLst/>
              <a:rect l="l" t="t" r="r" b="b"/>
              <a:pathLst>
                <a:path w="3590" h="7127" extrusionOk="0">
                  <a:moveTo>
                    <a:pt x="1" y="0"/>
                  </a:moveTo>
                  <a:lnTo>
                    <a:pt x="1" y="3589"/>
                  </a:lnTo>
                  <a:lnTo>
                    <a:pt x="1" y="7126"/>
                  </a:lnTo>
                  <a:lnTo>
                    <a:pt x="3589" y="7126"/>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9" name="Google Shape;889;p37">
              <a:extLst>
                <a:ext uri="{FF2B5EF4-FFF2-40B4-BE49-F238E27FC236}">
                  <a16:creationId xmlns:a16="http://schemas.microsoft.com/office/drawing/2014/main" id="{F66F64C5-E3C5-93B4-02DE-F70AE964BE3D}"/>
                </a:ext>
              </a:extLst>
            </p:cNvPr>
            <p:cNvSpPr/>
            <p:nvPr/>
          </p:nvSpPr>
          <p:spPr>
            <a:xfrm>
              <a:off x="4609075" y="3285600"/>
              <a:ext cx="89750" cy="89750"/>
            </a:xfrm>
            <a:custGeom>
              <a:avLst/>
              <a:gdLst/>
              <a:ahLst/>
              <a:cxnLst/>
              <a:rect l="l" t="t" r="r" b="b"/>
              <a:pathLst>
                <a:path w="3590" h="3590" extrusionOk="0">
                  <a:moveTo>
                    <a:pt x="1" y="1"/>
                  </a:moveTo>
                  <a:lnTo>
                    <a:pt x="1" y="3590"/>
                  </a:lnTo>
                  <a:lnTo>
                    <a:pt x="3589" y="3590"/>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0" name="Google Shape;890;p37">
              <a:extLst>
                <a:ext uri="{FF2B5EF4-FFF2-40B4-BE49-F238E27FC236}">
                  <a16:creationId xmlns:a16="http://schemas.microsoft.com/office/drawing/2014/main" id="{909E93CA-F17D-36E8-0F8C-83D06B6D752D}"/>
                </a:ext>
              </a:extLst>
            </p:cNvPr>
            <p:cNvSpPr/>
            <p:nvPr/>
          </p:nvSpPr>
          <p:spPr>
            <a:xfrm>
              <a:off x="4520650" y="3731625"/>
              <a:ext cx="267875" cy="179450"/>
            </a:xfrm>
            <a:custGeom>
              <a:avLst/>
              <a:gdLst/>
              <a:ahLst/>
              <a:cxnLst/>
              <a:rect l="l" t="t" r="r" b="b"/>
              <a:pathLst>
                <a:path w="10715" h="7178" extrusionOk="0">
                  <a:moveTo>
                    <a:pt x="7126" y="0"/>
                  </a:moveTo>
                  <a:lnTo>
                    <a:pt x="7126" y="3589"/>
                  </a:lnTo>
                  <a:lnTo>
                    <a:pt x="0" y="3589"/>
                  </a:lnTo>
                  <a:lnTo>
                    <a:pt x="0" y="7177"/>
                  </a:lnTo>
                  <a:lnTo>
                    <a:pt x="10715" y="7177"/>
                  </a:lnTo>
                  <a:lnTo>
                    <a:pt x="10715" y="3589"/>
                  </a:lnTo>
                  <a:lnTo>
                    <a:pt x="1071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1" name="Google Shape;891;p37">
              <a:extLst>
                <a:ext uri="{FF2B5EF4-FFF2-40B4-BE49-F238E27FC236}">
                  <a16:creationId xmlns:a16="http://schemas.microsoft.com/office/drawing/2014/main" id="{FD6A27BE-0EDD-9822-7AB3-5090D6083927}"/>
                </a:ext>
              </a:extLst>
            </p:cNvPr>
            <p:cNvSpPr/>
            <p:nvPr/>
          </p:nvSpPr>
          <p:spPr>
            <a:xfrm>
              <a:off x="4430925" y="3017750"/>
              <a:ext cx="446012" cy="89750"/>
            </a:xfrm>
            <a:custGeom>
              <a:avLst/>
              <a:gdLst/>
              <a:ahLst/>
              <a:cxnLst/>
              <a:rect l="l" t="t" r="r" b="b"/>
              <a:pathLst>
                <a:path w="14253" h="3590" extrusionOk="0">
                  <a:moveTo>
                    <a:pt x="1" y="1"/>
                  </a:moveTo>
                  <a:lnTo>
                    <a:pt x="1" y="3589"/>
                  </a:lnTo>
                  <a:lnTo>
                    <a:pt x="14252" y="3589"/>
                  </a:lnTo>
                  <a:lnTo>
                    <a:pt x="1425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2" name="Google Shape;892;p37">
              <a:extLst>
                <a:ext uri="{FF2B5EF4-FFF2-40B4-BE49-F238E27FC236}">
                  <a16:creationId xmlns:a16="http://schemas.microsoft.com/office/drawing/2014/main" id="{BFE4A0F2-E24D-24EF-CA63-AC9B29998C7B}"/>
                </a:ext>
              </a:extLst>
            </p:cNvPr>
            <p:cNvSpPr/>
            <p:nvPr/>
          </p:nvSpPr>
          <p:spPr>
            <a:xfrm>
              <a:off x="4788500" y="3017750"/>
              <a:ext cx="89750" cy="178175"/>
            </a:xfrm>
            <a:custGeom>
              <a:avLst/>
              <a:gdLst/>
              <a:ahLst/>
              <a:cxnLst/>
              <a:rect l="l" t="t" r="r" b="b"/>
              <a:pathLst>
                <a:path w="3590" h="7127" extrusionOk="0">
                  <a:moveTo>
                    <a:pt x="1" y="1"/>
                  </a:moveTo>
                  <a:lnTo>
                    <a:pt x="1" y="3589"/>
                  </a:lnTo>
                  <a:lnTo>
                    <a:pt x="1" y="7126"/>
                  </a:lnTo>
                  <a:lnTo>
                    <a:pt x="3589" y="7126"/>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3" name="Google Shape;893;p37">
              <a:extLst>
                <a:ext uri="{FF2B5EF4-FFF2-40B4-BE49-F238E27FC236}">
                  <a16:creationId xmlns:a16="http://schemas.microsoft.com/office/drawing/2014/main" id="{5FE71FBC-C6A4-006A-065C-1093B0B96B4F}"/>
                </a:ext>
              </a:extLst>
            </p:cNvPr>
            <p:cNvSpPr/>
            <p:nvPr/>
          </p:nvSpPr>
          <p:spPr>
            <a:xfrm>
              <a:off x="4341225" y="3731625"/>
              <a:ext cx="179450" cy="89725"/>
            </a:xfrm>
            <a:custGeom>
              <a:avLst/>
              <a:gdLst/>
              <a:ahLst/>
              <a:cxnLst/>
              <a:rect l="l" t="t" r="r" b="b"/>
              <a:pathLst>
                <a:path w="7178" h="3589" extrusionOk="0">
                  <a:moveTo>
                    <a:pt x="0" y="0"/>
                  </a:moveTo>
                  <a:lnTo>
                    <a:pt x="0" y="3589"/>
                  </a:lnTo>
                  <a:lnTo>
                    <a:pt x="7177" y="3589"/>
                  </a:lnTo>
                  <a:lnTo>
                    <a:pt x="717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4" name="Google Shape;894;p37">
              <a:extLst>
                <a:ext uri="{FF2B5EF4-FFF2-40B4-BE49-F238E27FC236}">
                  <a16:creationId xmlns:a16="http://schemas.microsoft.com/office/drawing/2014/main" id="{2D6A49AD-987F-F391-5064-D3616FFFD02A}"/>
                </a:ext>
              </a:extLst>
            </p:cNvPr>
            <p:cNvSpPr/>
            <p:nvPr/>
          </p:nvSpPr>
          <p:spPr>
            <a:xfrm>
              <a:off x="4341225" y="2839600"/>
              <a:ext cx="89725" cy="178175"/>
            </a:xfrm>
            <a:custGeom>
              <a:avLst/>
              <a:gdLst/>
              <a:ahLst/>
              <a:cxnLst/>
              <a:rect l="l" t="t" r="r" b="b"/>
              <a:pathLst>
                <a:path w="3589" h="7127" extrusionOk="0">
                  <a:moveTo>
                    <a:pt x="0" y="1"/>
                  </a:moveTo>
                  <a:lnTo>
                    <a:pt x="0" y="3538"/>
                  </a:lnTo>
                  <a:lnTo>
                    <a:pt x="0" y="7127"/>
                  </a:lnTo>
                  <a:lnTo>
                    <a:pt x="3589" y="7127"/>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5" name="Google Shape;895;p37">
              <a:extLst>
                <a:ext uri="{FF2B5EF4-FFF2-40B4-BE49-F238E27FC236}">
                  <a16:creationId xmlns:a16="http://schemas.microsoft.com/office/drawing/2014/main" id="{F74B8948-8D05-9691-73DA-7EC50829B909}"/>
                </a:ext>
              </a:extLst>
            </p:cNvPr>
            <p:cNvSpPr/>
            <p:nvPr/>
          </p:nvSpPr>
          <p:spPr>
            <a:xfrm>
              <a:off x="4252775" y="3643175"/>
              <a:ext cx="88475" cy="88475"/>
            </a:xfrm>
            <a:custGeom>
              <a:avLst/>
              <a:gdLst/>
              <a:ahLst/>
              <a:cxnLst/>
              <a:rect l="l" t="t" r="r" b="b"/>
              <a:pathLst>
                <a:path w="3539" h="3539" extrusionOk="0">
                  <a:moveTo>
                    <a:pt x="1" y="1"/>
                  </a:moveTo>
                  <a:lnTo>
                    <a:pt x="1" y="3538"/>
                  </a:lnTo>
                  <a:lnTo>
                    <a:pt x="3538" y="3538"/>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6" name="Google Shape;896;p37">
              <a:extLst>
                <a:ext uri="{FF2B5EF4-FFF2-40B4-BE49-F238E27FC236}">
                  <a16:creationId xmlns:a16="http://schemas.microsoft.com/office/drawing/2014/main" id="{E0F7CCEC-0B35-05CE-CD9E-633CC1B0A133}"/>
                </a:ext>
              </a:extLst>
            </p:cNvPr>
            <p:cNvSpPr/>
            <p:nvPr/>
          </p:nvSpPr>
          <p:spPr>
            <a:xfrm>
              <a:off x="4251500" y="2660175"/>
              <a:ext cx="89750" cy="179450"/>
            </a:xfrm>
            <a:custGeom>
              <a:avLst/>
              <a:gdLst/>
              <a:ahLst/>
              <a:cxnLst/>
              <a:rect l="l" t="t" r="r" b="b"/>
              <a:pathLst>
                <a:path w="3590" h="7178" extrusionOk="0">
                  <a:moveTo>
                    <a:pt x="1" y="1"/>
                  </a:moveTo>
                  <a:lnTo>
                    <a:pt x="1" y="3589"/>
                  </a:lnTo>
                  <a:lnTo>
                    <a:pt x="1" y="7178"/>
                  </a:lnTo>
                  <a:lnTo>
                    <a:pt x="3589" y="7178"/>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7" name="Google Shape;897;p37">
              <a:extLst>
                <a:ext uri="{FF2B5EF4-FFF2-40B4-BE49-F238E27FC236}">
                  <a16:creationId xmlns:a16="http://schemas.microsoft.com/office/drawing/2014/main" id="{22224FB1-3949-A707-F0E6-6E999421A85D}"/>
                </a:ext>
              </a:extLst>
            </p:cNvPr>
            <p:cNvSpPr/>
            <p:nvPr/>
          </p:nvSpPr>
          <p:spPr>
            <a:xfrm>
              <a:off x="4163075" y="3553475"/>
              <a:ext cx="89725" cy="89725"/>
            </a:xfrm>
            <a:custGeom>
              <a:avLst/>
              <a:gdLst/>
              <a:ahLst/>
              <a:cxnLst/>
              <a:rect l="l" t="t" r="r" b="b"/>
              <a:pathLst>
                <a:path w="3589" h="3589" extrusionOk="0">
                  <a:moveTo>
                    <a:pt x="0" y="0"/>
                  </a:moveTo>
                  <a:lnTo>
                    <a:pt x="0"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8" name="Google Shape;898;p37">
              <a:extLst>
                <a:ext uri="{FF2B5EF4-FFF2-40B4-BE49-F238E27FC236}">
                  <a16:creationId xmlns:a16="http://schemas.microsoft.com/office/drawing/2014/main" id="{C76B1098-11FB-E08A-3B2E-655CF7AA54F3}"/>
                </a:ext>
              </a:extLst>
            </p:cNvPr>
            <p:cNvSpPr/>
            <p:nvPr/>
          </p:nvSpPr>
          <p:spPr>
            <a:xfrm>
              <a:off x="4163075" y="2571750"/>
              <a:ext cx="88450" cy="88450"/>
            </a:xfrm>
            <a:custGeom>
              <a:avLst/>
              <a:gdLst/>
              <a:ahLst/>
              <a:cxnLst/>
              <a:rect l="l" t="t" r="r" b="b"/>
              <a:pathLst>
                <a:path w="3538" h="3538" extrusionOk="0">
                  <a:moveTo>
                    <a:pt x="0" y="1"/>
                  </a:moveTo>
                  <a:lnTo>
                    <a:pt x="0" y="3538"/>
                  </a:lnTo>
                  <a:lnTo>
                    <a:pt x="3538" y="3538"/>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9" name="Google Shape;899;p37">
              <a:extLst>
                <a:ext uri="{FF2B5EF4-FFF2-40B4-BE49-F238E27FC236}">
                  <a16:creationId xmlns:a16="http://schemas.microsoft.com/office/drawing/2014/main" id="{AF9353AC-0FEF-8913-6082-2F9849CFFACC}"/>
                </a:ext>
              </a:extLst>
            </p:cNvPr>
            <p:cNvSpPr/>
            <p:nvPr/>
          </p:nvSpPr>
          <p:spPr>
            <a:xfrm>
              <a:off x="4073350" y="3643175"/>
              <a:ext cx="89750" cy="88475"/>
            </a:xfrm>
            <a:custGeom>
              <a:avLst/>
              <a:gdLst/>
              <a:ahLst/>
              <a:cxnLst/>
              <a:rect l="l" t="t" r="r" b="b"/>
              <a:pathLst>
                <a:path w="3590" h="3539" extrusionOk="0">
                  <a:moveTo>
                    <a:pt x="1" y="1"/>
                  </a:moveTo>
                  <a:lnTo>
                    <a:pt x="1" y="3538"/>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0" name="Google Shape;900;p37">
              <a:extLst>
                <a:ext uri="{FF2B5EF4-FFF2-40B4-BE49-F238E27FC236}">
                  <a16:creationId xmlns:a16="http://schemas.microsoft.com/office/drawing/2014/main" id="{AC0F29F3-F492-C5C1-927A-E2C1FBD28E3C}"/>
                </a:ext>
              </a:extLst>
            </p:cNvPr>
            <p:cNvSpPr/>
            <p:nvPr/>
          </p:nvSpPr>
          <p:spPr>
            <a:xfrm>
              <a:off x="4073350" y="2660175"/>
              <a:ext cx="89750" cy="179450"/>
            </a:xfrm>
            <a:custGeom>
              <a:avLst/>
              <a:gdLst/>
              <a:ahLst/>
              <a:cxnLst/>
              <a:rect l="l" t="t" r="r" b="b"/>
              <a:pathLst>
                <a:path w="3590" h="7178" extrusionOk="0">
                  <a:moveTo>
                    <a:pt x="1" y="1"/>
                  </a:moveTo>
                  <a:lnTo>
                    <a:pt x="1" y="3589"/>
                  </a:lnTo>
                  <a:lnTo>
                    <a:pt x="1" y="7178"/>
                  </a:lnTo>
                  <a:lnTo>
                    <a:pt x="3589" y="7178"/>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1" name="Google Shape;901;p37">
              <a:extLst>
                <a:ext uri="{FF2B5EF4-FFF2-40B4-BE49-F238E27FC236}">
                  <a16:creationId xmlns:a16="http://schemas.microsoft.com/office/drawing/2014/main" id="{0086703C-3A15-9657-F55D-AEE6E57A9234}"/>
                </a:ext>
              </a:extLst>
            </p:cNvPr>
            <p:cNvSpPr/>
            <p:nvPr/>
          </p:nvSpPr>
          <p:spPr>
            <a:xfrm>
              <a:off x="3983650" y="2839600"/>
              <a:ext cx="89725" cy="178175"/>
            </a:xfrm>
            <a:custGeom>
              <a:avLst/>
              <a:gdLst/>
              <a:ahLst/>
              <a:cxnLst/>
              <a:rect l="l" t="t" r="r" b="b"/>
              <a:pathLst>
                <a:path w="3589" h="7127" extrusionOk="0">
                  <a:moveTo>
                    <a:pt x="0" y="1"/>
                  </a:moveTo>
                  <a:lnTo>
                    <a:pt x="0" y="3538"/>
                  </a:lnTo>
                  <a:lnTo>
                    <a:pt x="0" y="7127"/>
                  </a:lnTo>
                  <a:lnTo>
                    <a:pt x="3589" y="7127"/>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2" name="Google Shape;902;p37">
              <a:extLst>
                <a:ext uri="{FF2B5EF4-FFF2-40B4-BE49-F238E27FC236}">
                  <a16:creationId xmlns:a16="http://schemas.microsoft.com/office/drawing/2014/main" id="{CF7A8285-1C5F-36A4-C933-97B5AA21B07A}"/>
                </a:ext>
              </a:extLst>
            </p:cNvPr>
            <p:cNvSpPr/>
            <p:nvPr/>
          </p:nvSpPr>
          <p:spPr>
            <a:xfrm>
              <a:off x="3895225" y="3731625"/>
              <a:ext cx="178150" cy="89725"/>
            </a:xfrm>
            <a:custGeom>
              <a:avLst/>
              <a:gdLst/>
              <a:ahLst/>
              <a:cxnLst/>
              <a:rect l="l" t="t" r="r" b="b"/>
              <a:pathLst>
                <a:path w="7126" h="3589" extrusionOk="0">
                  <a:moveTo>
                    <a:pt x="0" y="0"/>
                  </a:moveTo>
                  <a:lnTo>
                    <a:pt x="0" y="3589"/>
                  </a:lnTo>
                  <a:lnTo>
                    <a:pt x="7126" y="3589"/>
                  </a:lnTo>
                  <a:lnTo>
                    <a:pt x="712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3" name="Google Shape;903;p37">
              <a:extLst>
                <a:ext uri="{FF2B5EF4-FFF2-40B4-BE49-F238E27FC236}">
                  <a16:creationId xmlns:a16="http://schemas.microsoft.com/office/drawing/2014/main" id="{BB0975E0-5DD7-BBF6-D0B3-FC4B7462E135}"/>
                </a:ext>
              </a:extLst>
            </p:cNvPr>
            <p:cNvSpPr/>
            <p:nvPr/>
          </p:nvSpPr>
          <p:spPr>
            <a:xfrm>
              <a:off x="3805500" y="3375325"/>
              <a:ext cx="179450" cy="178175"/>
            </a:xfrm>
            <a:custGeom>
              <a:avLst/>
              <a:gdLst/>
              <a:ahLst/>
              <a:cxnLst/>
              <a:rect l="l" t="t" r="r" b="b"/>
              <a:pathLst>
                <a:path w="7178" h="7127" extrusionOk="0">
                  <a:moveTo>
                    <a:pt x="1" y="1"/>
                  </a:moveTo>
                  <a:lnTo>
                    <a:pt x="1" y="3538"/>
                  </a:lnTo>
                  <a:lnTo>
                    <a:pt x="1" y="7126"/>
                  </a:lnTo>
                  <a:lnTo>
                    <a:pt x="7178" y="7126"/>
                  </a:lnTo>
                  <a:lnTo>
                    <a:pt x="7178" y="3538"/>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4" name="Google Shape;904;p37">
              <a:extLst>
                <a:ext uri="{FF2B5EF4-FFF2-40B4-BE49-F238E27FC236}">
                  <a16:creationId xmlns:a16="http://schemas.microsoft.com/office/drawing/2014/main" id="{3DACB3B9-CC9A-CED0-B3D1-B3735543DEEC}"/>
                </a:ext>
              </a:extLst>
            </p:cNvPr>
            <p:cNvSpPr/>
            <p:nvPr/>
          </p:nvSpPr>
          <p:spPr>
            <a:xfrm>
              <a:off x="3717075" y="3553475"/>
              <a:ext cx="88450" cy="178175"/>
            </a:xfrm>
            <a:custGeom>
              <a:avLst/>
              <a:gdLst/>
              <a:ahLst/>
              <a:cxnLst/>
              <a:rect l="l" t="t" r="r" b="b"/>
              <a:pathLst>
                <a:path w="3538" h="7127" extrusionOk="0">
                  <a:moveTo>
                    <a:pt x="0" y="0"/>
                  </a:moveTo>
                  <a:lnTo>
                    <a:pt x="0" y="3589"/>
                  </a:lnTo>
                  <a:lnTo>
                    <a:pt x="0" y="7126"/>
                  </a:lnTo>
                  <a:lnTo>
                    <a:pt x="3538" y="7126"/>
                  </a:lnTo>
                  <a:lnTo>
                    <a:pt x="3538" y="3589"/>
                  </a:lnTo>
                  <a:lnTo>
                    <a:pt x="353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5" name="Google Shape;905;p37">
              <a:extLst>
                <a:ext uri="{FF2B5EF4-FFF2-40B4-BE49-F238E27FC236}">
                  <a16:creationId xmlns:a16="http://schemas.microsoft.com/office/drawing/2014/main" id="{AFEC358C-2BD4-1157-DCFC-D66693874204}"/>
                </a:ext>
              </a:extLst>
            </p:cNvPr>
            <p:cNvSpPr/>
            <p:nvPr/>
          </p:nvSpPr>
          <p:spPr>
            <a:xfrm>
              <a:off x="3717075" y="3285600"/>
              <a:ext cx="88450" cy="89750"/>
            </a:xfrm>
            <a:custGeom>
              <a:avLst/>
              <a:gdLst/>
              <a:ahLst/>
              <a:cxnLst/>
              <a:rect l="l" t="t" r="r" b="b"/>
              <a:pathLst>
                <a:path w="3538" h="3590" extrusionOk="0">
                  <a:moveTo>
                    <a:pt x="0" y="1"/>
                  </a:moveTo>
                  <a:lnTo>
                    <a:pt x="0" y="3590"/>
                  </a:lnTo>
                  <a:lnTo>
                    <a:pt x="3538" y="3590"/>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6" name="Google Shape;906;p37">
              <a:extLst>
                <a:ext uri="{FF2B5EF4-FFF2-40B4-BE49-F238E27FC236}">
                  <a16:creationId xmlns:a16="http://schemas.microsoft.com/office/drawing/2014/main" id="{FDB4C3C2-FEED-7127-E882-246464918842}"/>
                </a:ext>
              </a:extLst>
            </p:cNvPr>
            <p:cNvSpPr/>
            <p:nvPr/>
          </p:nvSpPr>
          <p:spPr>
            <a:xfrm>
              <a:off x="3627350" y="3731625"/>
              <a:ext cx="267900" cy="179450"/>
            </a:xfrm>
            <a:custGeom>
              <a:avLst/>
              <a:gdLst/>
              <a:ahLst/>
              <a:cxnLst/>
              <a:rect l="l" t="t" r="r" b="b"/>
              <a:pathLst>
                <a:path w="10716" h="7178" extrusionOk="0">
                  <a:moveTo>
                    <a:pt x="1" y="0"/>
                  </a:moveTo>
                  <a:lnTo>
                    <a:pt x="1" y="3589"/>
                  </a:lnTo>
                  <a:lnTo>
                    <a:pt x="1" y="7177"/>
                  </a:lnTo>
                  <a:lnTo>
                    <a:pt x="10715" y="7177"/>
                  </a:lnTo>
                  <a:lnTo>
                    <a:pt x="10715"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7" name="Google Shape;907;p37">
              <a:extLst>
                <a:ext uri="{FF2B5EF4-FFF2-40B4-BE49-F238E27FC236}">
                  <a16:creationId xmlns:a16="http://schemas.microsoft.com/office/drawing/2014/main" id="{76333895-6B78-EBA6-7E08-954555EB5293}"/>
                </a:ext>
              </a:extLst>
            </p:cNvPr>
            <p:cNvSpPr/>
            <p:nvPr/>
          </p:nvSpPr>
          <p:spPr>
            <a:xfrm>
              <a:off x="3627350" y="3195900"/>
              <a:ext cx="89750" cy="89725"/>
            </a:xfrm>
            <a:custGeom>
              <a:avLst/>
              <a:gdLst/>
              <a:ahLst/>
              <a:cxnLst/>
              <a:rect l="l" t="t" r="r" b="b"/>
              <a:pathLst>
                <a:path w="3590" h="3589" extrusionOk="0">
                  <a:moveTo>
                    <a:pt x="1" y="0"/>
                  </a:moveTo>
                  <a:lnTo>
                    <a:pt x="1"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8" name="Google Shape;908;p37">
              <a:extLst>
                <a:ext uri="{FF2B5EF4-FFF2-40B4-BE49-F238E27FC236}">
                  <a16:creationId xmlns:a16="http://schemas.microsoft.com/office/drawing/2014/main" id="{0969544E-37A6-CD60-B1EA-75DA5EC94E35}"/>
                </a:ext>
              </a:extLst>
            </p:cNvPr>
            <p:cNvSpPr/>
            <p:nvPr/>
          </p:nvSpPr>
          <p:spPr>
            <a:xfrm>
              <a:off x="3626075" y="2660175"/>
              <a:ext cx="1161175" cy="1161175"/>
            </a:xfrm>
            <a:custGeom>
              <a:avLst/>
              <a:gdLst/>
              <a:ahLst/>
              <a:cxnLst/>
              <a:rect l="l" t="t" r="r" b="b"/>
              <a:pathLst>
                <a:path w="46447" h="46447" extrusionOk="0">
                  <a:moveTo>
                    <a:pt x="21480" y="1"/>
                  </a:moveTo>
                  <a:lnTo>
                    <a:pt x="21480" y="3589"/>
                  </a:lnTo>
                  <a:lnTo>
                    <a:pt x="21480" y="7178"/>
                  </a:lnTo>
                  <a:lnTo>
                    <a:pt x="17892" y="7178"/>
                  </a:lnTo>
                  <a:lnTo>
                    <a:pt x="17892" y="10715"/>
                  </a:lnTo>
                  <a:lnTo>
                    <a:pt x="17892" y="14304"/>
                  </a:lnTo>
                  <a:lnTo>
                    <a:pt x="14303" y="14304"/>
                  </a:lnTo>
                  <a:lnTo>
                    <a:pt x="14303" y="17892"/>
                  </a:lnTo>
                  <a:lnTo>
                    <a:pt x="0" y="17892"/>
                  </a:lnTo>
                  <a:lnTo>
                    <a:pt x="0" y="21429"/>
                  </a:lnTo>
                  <a:lnTo>
                    <a:pt x="3640" y="21429"/>
                  </a:lnTo>
                  <a:lnTo>
                    <a:pt x="3640" y="25018"/>
                  </a:lnTo>
                  <a:lnTo>
                    <a:pt x="7178" y="25018"/>
                  </a:lnTo>
                  <a:lnTo>
                    <a:pt x="7178" y="28607"/>
                  </a:lnTo>
                  <a:lnTo>
                    <a:pt x="10766" y="28607"/>
                  </a:lnTo>
                  <a:lnTo>
                    <a:pt x="10766" y="32144"/>
                  </a:lnTo>
                  <a:lnTo>
                    <a:pt x="14355" y="32144"/>
                  </a:lnTo>
                  <a:lnTo>
                    <a:pt x="14355" y="35732"/>
                  </a:lnTo>
                  <a:lnTo>
                    <a:pt x="7178" y="35732"/>
                  </a:lnTo>
                  <a:lnTo>
                    <a:pt x="7178" y="39321"/>
                  </a:lnTo>
                  <a:lnTo>
                    <a:pt x="7178" y="42858"/>
                  </a:lnTo>
                  <a:lnTo>
                    <a:pt x="3640" y="42858"/>
                  </a:lnTo>
                  <a:lnTo>
                    <a:pt x="3640" y="46447"/>
                  </a:lnTo>
                  <a:lnTo>
                    <a:pt x="10766" y="46447"/>
                  </a:lnTo>
                  <a:lnTo>
                    <a:pt x="10766" y="42858"/>
                  </a:lnTo>
                  <a:lnTo>
                    <a:pt x="17892" y="42858"/>
                  </a:lnTo>
                  <a:lnTo>
                    <a:pt x="17892" y="39321"/>
                  </a:lnTo>
                  <a:lnTo>
                    <a:pt x="21480" y="39321"/>
                  </a:lnTo>
                  <a:lnTo>
                    <a:pt x="21480" y="35732"/>
                  </a:lnTo>
                  <a:lnTo>
                    <a:pt x="25069" y="35732"/>
                  </a:lnTo>
                  <a:lnTo>
                    <a:pt x="25069" y="39321"/>
                  </a:lnTo>
                  <a:lnTo>
                    <a:pt x="28606" y="39321"/>
                  </a:lnTo>
                  <a:lnTo>
                    <a:pt x="28606" y="42858"/>
                  </a:lnTo>
                  <a:lnTo>
                    <a:pt x="35783" y="42858"/>
                  </a:lnTo>
                  <a:lnTo>
                    <a:pt x="35783" y="46447"/>
                  </a:lnTo>
                  <a:lnTo>
                    <a:pt x="42909" y="46447"/>
                  </a:lnTo>
                  <a:lnTo>
                    <a:pt x="42909" y="42858"/>
                  </a:lnTo>
                  <a:lnTo>
                    <a:pt x="39321" y="42858"/>
                  </a:lnTo>
                  <a:lnTo>
                    <a:pt x="39321" y="39321"/>
                  </a:lnTo>
                  <a:lnTo>
                    <a:pt x="39321" y="35732"/>
                  </a:lnTo>
                  <a:lnTo>
                    <a:pt x="39321" y="32144"/>
                  </a:lnTo>
                  <a:lnTo>
                    <a:pt x="39321" y="28607"/>
                  </a:lnTo>
                  <a:lnTo>
                    <a:pt x="39321" y="25018"/>
                  </a:lnTo>
                  <a:lnTo>
                    <a:pt x="42909" y="25018"/>
                  </a:lnTo>
                  <a:lnTo>
                    <a:pt x="42909" y="21429"/>
                  </a:lnTo>
                  <a:lnTo>
                    <a:pt x="46446" y="21429"/>
                  </a:lnTo>
                  <a:lnTo>
                    <a:pt x="46446" y="17892"/>
                  </a:lnTo>
                  <a:lnTo>
                    <a:pt x="32195" y="17892"/>
                  </a:lnTo>
                  <a:lnTo>
                    <a:pt x="32195" y="14304"/>
                  </a:lnTo>
                  <a:lnTo>
                    <a:pt x="28606" y="14304"/>
                  </a:lnTo>
                  <a:lnTo>
                    <a:pt x="28606" y="10715"/>
                  </a:lnTo>
                  <a:lnTo>
                    <a:pt x="28606" y="7178"/>
                  </a:lnTo>
                  <a:lnTo>
                    <a:pt x="25018" y="7178"/>
                  </a:lnTo>
                  <a:lnTo>
                    <a:pt x="25018" y="3589"/>
                  </a:lnTo>
                  <a:lnTo>
                    <a:pt x="25018" y="1"/>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9" name="Google Shape;909;p37">
              <a:extLst>
                <a:ext uri="{FF2B5EF4-FFF2-40B4-BE49-F238E27FC236}">
                  <a16:creationId xmlns:a16="http://schemas.microsoft.com/office/drawing/2014/main" id="{1CA624B7-6EBA-A79B-C6FC-DE6BA4160CDB}"/>
                </a:ext>
              </a:extLst>
            </p:cNvPr>
            <p:cNvSpPr/>
            <p:nvPr/>
          </p:nvSpPr>
          <p:spPr>
            <a:xfrm>
              <a:off x="3537650" y="3017750"/>
              <a:ext cx="446025" cy="178175"/>
            </a:xfrm>
            <a:custGeom>
              <a:avLst/>
              <a:gdLst/>
              <a:ahLst/>
              <a:cxnLst/>
              <a:rect l="l" t="t" r="r" b="b"/>
              <a:pathLst>
                <a:path w="17841" h="7127" extrusionOk="0">
                  <a:moveTo>
                    <a:pt x="0" y="1"/>
                  </a:moveTo>
                  <a:lnTo>
                    <a:pt x="0" y="3589"/>
                  </a:lnTo>
                  <a:lnTo>
                    <a:pt x="0" y="7126"/>
                  </a:lnTo>
                  <a:lnTo>
                    <a:pt x="3537" y="7126"/>
                  </a:lnTo>
                  <a:lnTo>
                    <a:pt x="3537" y="3589"/>
                  </a:lnTo>
                  <a:lnTo>
                    <a:pt x="17840" y="3589"/>
                  </a:lnTo>
                  <a:lnTo>
                    <a:pt x="1784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 name="Text Placeholder 2">
            <a:extLst>
              <a:ext uri="{FF2B5EF4-FFF2-40B4-BE49-F238E27FC236}">
                <a16:creationId xmlns:a16="http://schemas.microsoft.com/office/drawing/2014/main" id="{BF5E32A2-F354-1E0F-4436-30612F739429}"/>
              </a:ext>
            </a:extLst>
          </p:cNvPr>
          <p:cNvSpPr txBox="1">
            <a:spLocks/>
          </p:cNvSpPr>
          <p:nvPr/>
        </p:nvSpPr>
        <p:spPr>
          <a:xfrm>
            <a:off x="-600437" y="-23817"/>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6" name="Picture 5">
            <a:extLst>
              <a:ext uri="{FF2B5EF4-FFF2-40B4-BE49-F238E27FC236}">
                <a16:creationId xmlns:a16="http://schemas.microsoft.com/office/drawing/2014/main" id="{3A694DD4-F991-88BF-4D60-A08402A3FF11}"/>
              </a:ext>
            </a:extLst>
          </p:cNvPr>
          <p:cNvPicPr>
            <a:picLocks noChangeAspect="1"/>
          </p:cNvPicPr>
          <p:nvPr/>
        </p:nvPicPr>
        <p:blipFill>
          <a:blip r:embed="rId6"/>
          <a:stretch>
            <a:fillRect/>
          </a:stretch>
        </p:blipFill>
        <p:spPr>
          <a:xfrm rot="20816539">
            <a:off x="173005" y="1998723"/>
            <a:ext cx="2876589" cy="1427052"/>
          </a:xfrm>
          <a:prstGeom prst="rect">
            <a:avLst/>
          </a:prstGeom>
        </p:spPr>
      </p:pic>
      <p:pic>
        <p:nvPicPr>
          <p:cNvPr id="8" name="Picture 7">
            <a:extLst>
              <a:ext uri="{FF2B5EF4-FFF2-40B4-BE49-F238E27FC236}">
                <a16:creationId xmlns:a16="http://schemas.microsoft.com/office/drawing/2014/main" id="{C8CECEE5-C558-D867-13B3-C1851184A692}"/>
              </a:ext>
            </a:extLst>
          </p:cNvPr>
          <p:cNvPicPr>
            <a:picLocks noChangeAspect="1"/>
          </p:cNvPicPr>
          <p:nvPr/>
        </p:nvPicPr>
        <p:blipFill>
          <a:blip r:embed="rId7"/>
          <a:stretch>
            <a:fillRect/>
          </a:stretch>
        </p:blipFill>
        <p:spPr>
          <a:xfrm rot="993647">
            <a:off x="6113730" y="2071247"/>
            <a:ext cx="2890586" cy="1426464"/>
          </a:xfrm>
          <a:prstGeom prst="rect">
            <a:avLst/>
          </a:prstGeom>
        </p:spPr>
      </p:pic>
    </p:spTree>
    <p:extLst>
      <p:ext uri="{BB962C8B-B14F-4D97-AF65-F5344CB8AC3E}">
        <p14:creationId xmlns:p14="http://schemas.microsoft.com/office/powerpoint/2010/main" val="2583028078"/>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06">
          <a:extLst>
            <a:ext uri="{FF2B5EF4-FFF2-40B4-BE49-F238E27FC236}">
              <a16:creationId xmlns:a16="http://schemas.microsoft.com/office/drawing/2014/main" id="{BFBA3EE5-2D3C-9761-3E1B-384FDF672C47}"/>
            </a:ext>
          </a:extLst>
        </p:cNvPr>
        <p:cNvGrpSpPr/>
        <p:nvPr/>
      </p:nvGrpSpPr>
      <p:grpSpPr>
        <a:xfrm>
          <a:off x="0" y="0"/>
          <a:ext cx="0" cy="0"/>
          <a:chOff x="0" y="0"/>
          <a:chExt cx="0" cy="0"/>
        </a:xfrm>
      </p:grpSpPr>
      <p:sp>
        <p:nvSpPr>
          <p:cNvPr id="2607" name="Google Shape;2607;p41">
            <a:extLst>
              <a:ext uri="{FF2B5EF4-FFF2-40B4-BE49-F238E27FC236}">
                <a16:creationId xmlns:a16="http://schemas.microsoft.com/office/drawing/2014/main" id="{21A4EF6A-D586-67B1-8A16-9B97C2F4BA0A}"/>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9" name="Google Shape;2609;p41">
            <a:extLst>
              <a:ext uri="{FF2B5EF4-FFF2-40B4-BE49-F238E27FC236}">
                <a16:creationId xmlns:a16="http://schemas.microsoft.com/office/drawing/2014/main" id="{A60848B6-FBE5-352C-50A6-48BD5B7C1269}"/>
              </a:ext>
            </a:extLst>
          </p:cNvPr>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MAJOR </a:t>
            </a:r>
            <a:r>
              <a:rPr lang="en" dirty="0">
                <a:solidFill>
                  <a:schemeClr val="bg1"/>
                </a:solidFill>
              </a:rPr>
              <a:t>SYSTEM REQUIREMENTS_</a:t>
            </a:r>
            <a:endParaRPr dirty="0">
              <a:solidFill>
                <a:schemeClr val="bg1"/>
              </a:solidFill>
            </a:endParaRPr>
          </a:p>
        </p:txBody>
      </p:sp>
      <p:sp>
        <p:nvSpPr>
          <p:cNvPr id="2611" name="Google Shape;2611;p41">
            <a:extLst>
              <a:ext uri="{FF2B5EF4-FFF2-40B4-BE49-F238E27FC236}">
                <a16:creationId xmlns:a16="http://schemas.microsoft.com/office/drawing/2014/main" id="{51963A53-090E-B3FA-8B71-0EAD6E9D055E}"/>
              </a:ext>
            </a:extLst>
          </p:cNvPr>
          <p:cNvSpPr txBox="1">
            <a:spLocks noGrp="1"/>
          </p:cNvSpPr>
          <p:nvPr>
            <p:ph type="subTitle" idx="2"/>
          </p:nvPr>
        </p:nvSpPr>
        <p:spPr>
          <a:xfrm>
            <a:off x="713101" y="2845450"/>
            <a:ext cx="2544871"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PASSWORD</a:t>
            </a:r>
          </a:p>
          <a:p>
            <a:pPr marL="0" lvl="0" indent="0" algn="l" rtl="0">
              <a:spcBef>
                <a:spcPts val="0"/>
              </a:spcBef>
              <a:spcAft>
                <a:spcPts val="0"/>
              </a:spcAft>
              <a:buNone/>
            </a:pPr>
            <a:r>
              <a:rPr lang="en" dirty="0"/>
              <a:t>RESET TOKEN</a:t>
            </a:r>
            <a:endParaRPr dirty="0"/>
          </a:p>
        </p:txBody>
      </p:sp>
      <p:sp>
        <p:nvSpPr>
          <p:cNvPr id="2612" name="Google Shape;2612;p41">
            <a:extLst>
              <a:ext uri="{FF2B5EF4-FFF2-40B4-BE49-F238E27FC236}">
                <a16:creationId xmlns:a16="http://schemas.microsoft.com/office/drawing/2014/main" id="{6FEC8F8F-9114-B920-21A4-DDB8F62ABE6D}"/>
              </a:ext>
            </a:extLst>
          </p:cNvPr>
          <p:cNvSpPr txBox="1">
            <a:spLocks noGrp="1"/>
          </p:cNvSpPr>
          <p:nvPr>
            <p:ph type="subTitle" idx="4"/>
          </p:nvPr>
        </p:nvSpPr>
        <p:spPr>
          <a:xfrm>
            <a:off x="3419702" y="2845450"/>
            <a:ext cx="2466328"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PASSWORD REQUIRMENTS</a:t>
            </a:r>
            <a:endParaRPr dirty="0"/>
          </a:p>
        </p:txBody>
      </p:sp>
      <p:sp>
        <p:nvSpPr>
          <p:cNvPr id="2614" name="Google Shape;2614;p41">
            <a:extLst>
              <a:ext uri="{FF2B5EF4-FFF2-40B4-BE49-F238E27FC236}">
                <a16:creationId xmlns:a16="http://schemas.microsoft.com/office/drawing/2014/main" id="{055EAB85-61D3-6980-E5C1-EB1E219C7133}"/>
              </a:ext>
            </a:extLst>
          </p:cNvPr>
          <p:cNvSpPr txBox="1">
            <a:spLocks noGrp="1"/>
          </p:cNvSpPr>
          <p:nvPr>
            <p:ph type="subTitle" idx="6"/>
          </p:nvPr>
        </p:nvSpPr>
        <p:spPr>
          <a:xfrm>
            <a:off x="6126302" y="2845450"/>
            <a:ext cx="2304600"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EXPORTING &amp; ANALYSIS</a:t>
            </a:r>
            <a:endParaRPr dirty="0"/>
          </a:p>
        </p:txBody>
      </p:sp>
      <p:grpSp>
        <p:nvGrpSpPr>
          <p:cNvPr id="2615" name="Google Shape;2615;p41">
            <a:extLst>
              <a:ext uri="{FF2B5EF4-FFF2-40B4-BE49-F238E27FC236}">
                <a16:creationId xmlns:a16="http://schemas.microsoft.com/office/drawing/2014/main" id="{26702DB2-5E00-0D4B-983F-0756652D7FCB}"/>
              </a:ext>
            </a:extLst>
          </p:cNvPr>
          <p:cNvGrpSpPr/>
          <p:nvPr/>
        </p:nvGrpSpPr>
        <p:grpSpPr>
          <a:xfrm>
            <a:off x="5119400" y="1804564"/>
            <a:ext cx="223897" cy="223875"/>
            <a:chOff x="5557700" y="413400"/>
            <a:chExt cx="223897" cy="223875"/>
          </a:xfrm>
        </p:grpSpPr>
        <p:sp>
          <p:nvSpPr>
            <p:cNvPr id="2616" name="Google Shape;2616;p41">
              <a:extLst>
                <a:ext uri="{FF2B5EF4-FFF2-40B4-BE49-F238E27FC236}">
                  <a16:creationId xmlns:a16="http://schemas.microsoft.com/office/drawing/2014/main" id="{0F974B93-D864-5F04-8F8F-1A269C75BEF6}"/>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7" name="Google Shape;2617;p41">
              <a:extLst>
                <a:ext uri="{FF2B5EF4-FFF2-40B4-BE49-F238E27FC236}">
                  <a16:creationId xmlns:a16="http://schemas.microsoft.com/office/drawing/2014/main" id="{EEEC0161-71EC-89BC-B265-2DEF38FBB437}"/>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8" name="Google Shape;2618;p41">
              <a:extLst>
                <a:ext uri="{FF2B5EF4-FFF2-40B4-BE49-F238E27FC236}">
                  <a16:creationId xmlns:a16="http://schemas.microsoft.com/office/drawing/2014/main" id="{EE254C30-7F70-5BD0-2EE3-015F70F411A6}"/>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19" name="Google Shape;2619;p41">
            <a:extLst>
              <a:ext uri="{FF2B5EF4-FFF2-40B4-BE49-F238E27FC236}">
                <a16:creationId xmlns:a16="http://schemas.microsoft.com/office/drawing/2014/main" id="{E25F466B-5FE1-33EC-A152-4F636F3F4144}"/>
              </a:ext>
            </a:extLst>
          </p:cNvPr>
          <p:cNvGrpSpPr/>
          <p:nvPr/>
        </p:nvGrpSpPr>
        <p:grpSpPr>
          <a:xfrm>
            <a:off x="2244848" y="1525565"/>
            <a:ext cx="223897" cy="223875"/>
            <a:chOff x="5557700" y="413400"/>
            <a:chExt cx="223897" cy="223875"/>
          </a:xfrm>
        </p:grpSpPr>
        <p:sp>
          <p:nvSpPr>
            <p:cNvPr id="2620" name="Google Shape;2620;p41">
              <a:extLst>
                <a:ext uri="{FF2B5EF4-FFF2-40B4-BE49-F238E27FC236}">
                  <a16:creationId xmlns:a16="http://schemas.microsoft.com/office/drawing/2014/main" id="{05FB38B5-E279-B2EE-957A-E0C5C39BB4DE}"/>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1" name="Google Shape;2621;p41">
              <a:extLst>
                <a:ext uri="{FF2B5EF4-FFF2-40B4-BE49-F238E27FC236}">
                  <a16:creationId xmlns:a16="http://schemas.microsoft.com/office/drawing/2014/main" id="{112C8839-D0D8-BC33-37C9-DC254631CC7F}"/>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2" name="Google Shape;2622;p41">
              <a:extLst>
                <a:ext uri="{FF2B5EF4-FFF2-40B4-BE49-F238E27FC236}">
                  <a16:creationId xmlns:a16="http://schemas.microsoft.com/office/drawing/2014/main" id="{60FFD1D5-1045-70F5-1007-CA3673070329}"/>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23" name="Google Shape;2623;p41">
            <a:extLst>
              <a:ext uri="{FF2B5EF4-FFF2-40B4-BE49-F238E27FC236}">
                <a16:creationId xmlns:a16="http://schemas.microsoft.com/office/drawing/2014/main" id="{48721F14-5753-76B0-92C3-F6C844847358}"/>
              </a:ext>
            </a:extLst>
          </p:cNvPr>
          <p:cNvGrpSpPr/>
          <p:nvPr/>
        </p:nvGrpSpPr>
        <p:grpSpPr>
          <a:xfrm flipH="1">
            <a:off x="7610566" y="1361008"/>
            <a:ext cx="704380" cy="553007"/>
            <a:chOff x="1805225" y="3162325"/>
            <a:chExt cx="975325" cy="765725"/>
          </a:xfrm>
        </p:grpSpPr>
        <p:sp>
          <p:nvSpPr>
            <p:cNvPr id="2624" name="Google Shape;2624;p41">
              <a:extLst>
                <a:ext uri="{FF2B5EF4-FFF2-40B4-BE49-F238E27FC236}">
                  <a16:creationId xmlns:a16="http://schemas.microsoft.com/office/drawing/2014/main" id="{4F414443-AE54-CF23-ADF8-A9CDDC92D20E}"/>
                </a:ext>
              </a:extLst>
            </p:cNvPr>
            <p:cNvSpPr/>
            <p:nvPr/>
          </p:nvSpPr>
          <p:spPr>
            <a:xfrm>
              <a:off x="1805225" y="3231400"/>
              <a:ext cx="975325" cy="696650"/>
            </a:xfrm>
            <a:custGeom>
              <a:avLst/>
              <a:gdLst/>
              <a:ahLst/>
              <a:cxnLst/>
              <a:rect l="l" t="t" r="r" b="b"/>
              <a:pathLst>
                <a:path w="39013" h="27866" extrusionOk="0">
                  <a:moveTo>
                    <a:pt x="1" y="1"/>
                  </a:moveTo>
                  <a:lnTo>
                    <a:pt x="1" y="2811"/>
                  </a:lnTo>
                  <a:lnTo>
                    <a:pt x="1" y="5574"/>
                  </a:lnTo>
                  <a:lnTo>
                    <a:pt x="2764" y="5574"/>
                  </a:lnTo>
                  <a:lnTo>
                    <a:pt x="2764" y="8384"/>
                  </a:lnTo>
                  <a:lnTo>
                    <a:pt x="2764" y="19530"/>
                  </a:lnTo>
                  <a:lnTo>
                    <a:pt x="5574" y="19530"/>
                  </a:lnTo>
                  <a:lnTo>
                    <a:pt x="5574" y="25103"/>
                  </a:lnTo>
                  <a:lnTo>
                    <a:pt x="8337" y="25103"/>
                  </a:lnTo>
                  <a:lnTo>
                    <a:pt x="8337" y="19530"/>
                  </a:lnTo>
                  <a:lnTo>
                    <a:pt x="11147" y="19530"/>
                  </a:lnTo>
                  <a:lnTo>
                    <a:pt x="11147" y="22293"/>
                  </a:lnTo>
                  <a:lnTo>
                    <a:pt x="11147" y="22340"/>
                  </a:lnTo>
                  <a:lnTo>
                    <a:pt x="11147" y="25103"/>
                  </a:lnTo>
                  <a:lnTo>
                    <a:pt x="13910" y="25103"/>
                  </a:lnTo>
                  <a:lnTo>
                    <a:pt x="13910" y="22340"/>
                  </a:lnTo>
                  <a:lnTo>
                    <a:pt x="13910" y="22293"/>
                  </a:lnTo>
                  <a:lnTo>
                    <a:pt x="13910" y="19530"/>
                  </a:lnTo>
                  <a:lnTo>
                    <a:pt x="16720" y="19530"/>
                  </a:lnTo>
                  <a:lnTo>
                    <a:pt x="16720" y="13957"/>
                  </a:lnTo>
                  <a:lnTo>
                    <a:pt x="19483" y="13957"/>
                  </a:lnTo>
                  <a:lnTo>
                    <a:pt x="19483" y="19530"/>
                  </a:lnTo>
                  <a:lnTo>
                    <a:pt x="22293" y="19530"/>
                  </a:lnTo>
                  <a:lnTo>
                    <a:pt x="22293" y="22293"/>
                  </a:lnTo>
                  <a:lnTo>
                    <a:pt x="27866" y="22293"/>
                  </a:lnTo>
                  <a:lnTo>
                    <a:pt x="27866" y="25103"/>
                  </a:lnTo>
                  <a:lnTo>
                    <a:pt x="25056" y="25103"/>
                  </a:lnTo>
                  <a:lnTo>
                    <a:pt x="25056" y="27866"/>
                  </a:lnTo>
                  <a:lnTo>
                    <a:pt x="33439" y="27866"/>
                  </a:lnTo>
                  <a:lnTo>
                    <a:pt x="33439" y="25103"/>
                  </a:lnTo>
                  <a:lnTo>
                    <a:pt x="36202" y="25103"/>
                  </a:lnTo>
                  <a:lnTo>
                    <a:pt x="36202" y="19530"/>
                  </a:lnTo>
                  <a:lnTo>
                    <a:pt x="39012" y="19530"/>
                  </a:lnTo>
                  <a:lnTo>
                    <a:pt x="39012" y="13957"/>
                  </a:lnTo>
                  <a:lnTo>
                    <a:pt x="39012" y="11194"/>
                  </a:lnTo>
                  <a:lnTo>
                    <a:pt x="39012" y="8384"/>
                  </a:lnTo>
                  <a:lnTo>
                    <a:pt x="36202" y="8384"/>
                  </a:lnTo>
                  <a:lnTo>
                    <a:pt x="36202" y="5574"/>
                  </a:lnTo>
                  <a:lnTo>
                    <a:pt x="36202" y="1"/>
                  </a:lnTo>
                  <a:lnTo>
                    <a:pt x="33439" y="1"/>
                  </a:lnTo>
                  <a:lnTo>
                    <a:pt x="33439" y="5574"/>
                  </a:lnTo>
                  <a:lnTo>
                    <a:pt x="27866" y="5574"/>
                  </a:lnTo>
                  <a:lnTo>
                    <a:pt x="27866" y="1"/>
                  </a:lnTo>
                  <a:lnTo>
                    <a:pt x="25056" y="1"/>
                  </a:lnTo>
                  <a:lnTo>
                    <a:pt x="25056" y="5574"/>
                  </a:lnTo>
                  <a:lnTo>
                    <a:pt x="22293" y="5574"/>
                  </a:lnTo>
                  <a:lnTo>
                    <a:pt x="22293" y="8384"/>
                  </a:lnTo>
                  <a:lnTo>
                    <a:pt x="19483" y="8384"/>
                  </a:lnTo>
                  <a:lnTo>
                    <a:pt x="19483" y="11194"/>
                  </a:lnTo>
                  <a:lnTo>
                    <a:pt x="16720" y="11194"/>
                  </a:lnTo>
                  <a:lnTo>
                    <a:pt x="16720" y="5574"/>
                  </a:lnTo>
                  <a:lnTo>
                    <a:pt x="19483" y="5574"/>
                  </a:lnTo>
                  <a:lnTo>
                    <a:pt x="19483" y="2811"/>
                  </a:lnTo>
                  <a:lnTo>
                    <a:pt x="19483" y="1"/>
                  </a:lnTo>
                  <a:lnTo>
                    <a:pt x="16720" y="1"/>
                  </a:lnTo>
                  <a:lnTo>
                    <a:pt x="16720" y="2811"/>
                  </a:lnTo>
                  <a:lnTo>
                    <a:pt x="13910" y="2811"/>
                  </a:lnTo>
                  <a:lnTo>
                    <a:pt x="13910" y="1"/>
                  </a:lnTo>
                  <a:lnTo>
                    <a:pt x="11147" y="1"/>
                  </a:lnTo>
                  <a:lnTo>
                    <a:pt x="11147" y="2811"/>
                  </a:lnTo>
                  <a:lnTo>
                    <a:pt x="11147" y="5574"/>
                  </a:lnTo>
                  <a:lnTo>
                    <a:pt x="13910" y="5574"/>
                  </a:lnTo>
                  <a:lnTo>
                    <a:pt x="13910" y="8384"/>
                  </a:lnTo>
                  <a:lnTo>
                    <a:pt x="5574" y="8384"/>
                  </a:lnTo>
                  <a:lnTo>
                    <a:pt x="5574" y="5574"/>
                  </a:lnTo>
                  <a:lnTo>
                    <a:pt x="8337" y="5574"/>
                  </a:lnTo>
                  <a:lnTo>
                    <a:pt x="8337" y="2811"/>
                  </a:lnTo>
                  <a:lnTo>
                    <a:pt x="8337" y="1"/>
                  </a:lnTo>
                  <a:lnTo>
                    <a:pt x="5574" y="1"/>
                  </a:lnTo>
                  <a:lnTo>
                    <a:pt x="5574" y="2811"/>
                  </a:lnTo>
                  <a:lnTo>
                    <a:pt x="2764" y="2811"/>
                  </a:lnTo>
                  <a:lnTo>
                    <a:pt x="276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5" name="Google Shape;2625;p41">
              <a:extLst>
                <a:ext uri="{FF2B5EF4-FFF2-40B4-BE49-F238E27FC236}">
                  <a16:creationId xmlns:a16="http://schemas.microsoft.com/office/drawing/2014/main" id="{32871B1C-162C-72DA-7008-2DDA81DABC73}"/>
                </a:ext>
              </a:extLst>
            </p:cNvPr>
            <p:cNvSpPr/>
            <p:nvPr/>
          </p:nvSpPr>
          <p:spPr>
            <a:xfrm>
              <a:off x="2570925" y="3162325"/>
              <a:ext cx="70300" cy="69100"/>
            </a:xfrm>
            <a:custGeom>
              <a:avLst/>
              <a:gdLst/>
              <a:ahLst/>
              <a:cxnLst/>
              <a:rect l="l" t="t" r="r" b="b"/>
              <a:pathLst>
                <a:path w="2812" h="2764" extrusionOk="0">
                  <a:moveTo>
                    <a:pt x="1" y="1"/>
                  </a:moveTo>
                  <a:lnTo>
                    <a:pt x="1" y="2764"/>
                  </a:lnTo>
                  <a:lnTo>
                    <a:pt x="2811" y="2764"/>
                  </a:lnTo>
                  <a:lnTo>
                    <a:pt x="281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6" name="Google Shape;2626;p41">
              <a:extLst>
                <a:ext uri="{FF2B5EF4-FFF2-40B4-BE49-F238E27FC236}">
                  <a16:creationId xmlns:a16="http://schemas.microsoft.com/office/drawing/2014/main" id="{073F92FB-E929-4B45-B920-5B79F1A4DE2B}"/>
                </a:ext>
              </a:extLst>
            </p:cNvPr>
            <p:cNvSpPr/>
            <p:nvPr/>
          </p:nvSpPr>
          <p:spPr>
            <a:xfrm>
              <a:off x="2362550" y="3162325"/>
              <a:ext cx="69075" cy="69100"/>
            </a:xfrm>
            <a:custGeom>
              <a:avLst/>
              <a:gdLst/>
              <a:ahLst/>
              <a:cxnLst/>
              <a:rect l="l" t="t" r="r" b="b"/>
              <a:pathLst>
                <a:path w="2763" h="2764" extrusionOk="0">
                  <a:moveTo>
                    <a:pt x="0" y="1"/>
                  </a:moveTo>
                  <a:lnTo>
                    <a:pt x="0" y="2764"/>
                  </a:lnTo>
                  <a:lnTo>
                    <a:pt x="2763" y="276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7" name="Google Shape;2627;p41">
              <a:extLst>
                <a:ext uri="{FF2B5EF4-FFF2-40B4-BE49-F238E27FC236}">
                  <a16:creationId xmlns:a16="http://schemas.microsoft.com/office/drawing/2014/main" id="{B368B0DA-F647-3B92-5ACC-BDA7F176D698}"/>
                </a:ext>
              </a:extLst>
            </p:cNvPr>
            <p:cNvSpPr/>
            <p:nvPr/>
          </p:nvSpPr>
          <p:spPr>
            <a:xfrm>
              <a:off x="2013625" y="3858975"/>
              <a:ext cx="70300" cy="69075"/>
            </a:xfrm>
            <a:custGeom>
              <a:avLst/>
              <a:gdLst/>
              <a:ahLst/>
              <a:cxnLst/>
              <a:rect l="l" t="t" r="r" b="b"/>
              <a:pathLst>
                <a:path w="2812" h="2763" extrusionOk="0">
                  <a:moveTo>
                    <a:pt x="1" y="0"/>
                  </a:moveTo>
                  <a:lnTo>
                    <a:pt x="1" y="2763"/>
                  </a:lnTo>
                  <a:lnTo>
                    <a:pt x="2811" y="2763"/>
                  </a:lnTo>
                  <a:lnTo>
                    <a:pt x="281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8" name="Google Shape;2628;p41">
              <a:extLst>
                <a:ext uri="{FF2B5EF4-FFF2-40B4-BE49-F238E27FC236}">
                  <a16:creationId xmlns:a16="http://schemas.microsoft.com/office/drawing/2014/main" id="{04579265-796D-F64B-1793-520BA7E4C471}"/>
                </a:ext>
              </a:extLst>
            </p:cNvPr>
            <p:cNvSpPr/>
            <p:nvPr/>
          </p:nvSpPr>
          <p:spPr>
            <a:xfrm>
              <a:off x="1874300" y="3858975"/>
              <a:ext cx="70275" cy="69075"/>
            </a:xfrm>
            <a:custGeom>
              <a:avLst/>
              <a:gdLst/>
              <a:ahLst/>
              <a:cxnLst/>
              <a:rect l="l" t="t" r="r" b="b"/>
              <a:pathLst>
                <a:path w="2811" h="2763" extrusionOk="0">
                  <a:moveTo>
                    <a:pt x="1" y="0"/>
                  </a:moveTo>
                  <a:lnTo>
                    <a:pt x="1" y="2763"/>
                  </a:lnTo>
                  <a:lnTo>
                    <a:pt x="2811" y="2763"/>
                  </a:lnTo>
                  <a:lnTo>
                    <a:pt x="281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29" name="Google Shape;2629;p41">
            <a:extLst>
              <a:ext uri="{FF2B5EF4-FFF2-40B4-BE49-F238E27FC236}">
                <a16:creationId xmlns:a16="http://schemas.microsoft.com/office/drawing/2014/main" id="{B1DCEFD5-FB91-B3A7-B9B0-454D250548DD}"/>
              </a:ext>
            </a:extLst>
          </p:cNvPr>
          <p:cNvSpPr/>
          <p:nvPr/>
        </p:nvSpPr>
        <p:spPr>
          <a:xfrm>
            <a:off x="800099" y="2016174"/>
            <a:ext cx="694800" cy="69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0" name="Google Shape;2630;p41">
            <a:extLst>
              <a:ext uri="{FF2B5EF4-FFF2-40B4-BE49-F238E27FC236}">
                <a16:creationId xmlns:a16="http://schemas.microsoft.com/office/drawing/2014/main" id="{1BB73067-2A85-DAE8-0B2B-C8450FEC046C}"/>
              </a:ext>
            </a:extLst>
          </p:cNvPr>
          <p:cNvSpPr/>
          <p:nvPr/>
        </p:nvSpPr>
        <p:spPr>
          <a:xfrm>
            <a:off x="3505641" y="2016174"/>
            <a:ext cx="694800" cy="69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1" name="Google Shape;2631;p41">
            <a:extLst>
              <a:ext uri="{FF2B5EF4-FFF2-40B4-BE49-F238E27FC236}">
                <a16:creationId xmlns:a16="http://schemas.microsoft.com/office/drawing/2014/main" id="{38464A80-F614-328D-60B9-E8438F3A5B7F}"/>
              </a:ext>
            </a:extLst>
          </p:cNvPr>
          <p:cNvSpPr/>
          <p:nvPr/>
        </p:nvSpPr>
        <p:spPr>
          <a:xfrm>
            <a:off x="6216491" y="2016174"/>
            <a:ext cx="694800" cy="69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6" name="Google Shape;2636;p41">
            <a:extLst>
              <a:ext uri="{FF2B5EF4-FFF2-40B4-BE49-F238E27FC236}">
                <a16:creationId xmlns:a16="http://schemas.microsoft.com/office/drawing/2014/main" id="{91314A11-9FA7-CDA1-046F-F1556D10F83A}"/>
              </a:ext>
            </a:extLst>
          </p:cNvPr>
          <p:cNvSpPr/>
          <p:nvPr/>
        </p:nvSpPr>
        <p:spPr>
          <a:xfrm>
            <a:off x="3683167" y="2168424"/>
            <a:ext cx="339760" cy="390299"/>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Text Placeholder 2">
            <a:extLst>
              <a:ext uri="{FF2B5EF4-FFF2-40B4-BE49-F238E27FC236}">
                <a16:creationId xmlns:a16="http://schemas.microsoft.com/office/drawing/2014/main" id="{10314B24-595E-48D3-B407-A1085B6B6FC0}"/>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6" name="Picture 5">
            <a:extLst>
              <a:ext uri="{FF2B5EF4-FFF2-40B4-BE49-F238E27FC236}">
                <a16:creationId xmlns:a16="http://schemas.microsoft.com/office/drawing/2014/main" id="{F15CFF27-67F4-39F7-C44F-D1B58EF831FB}"/>
              </a:ext>
            </a:extLst>
          </p:cNvPr>
          <p:cNvPicPr>
            <a:picLocks noChangeAspect="1"/>
          </p:cNvPicPr>
          <p:nvPr/>
        </p:nvPicPr>
        <p:blipFill>
          <a:blip r:embed="rId4"/>
          <a:stretch>
            <a:fillRect/>
          </a:stretch>
        </p:blipFill>
        <p:spPr>
          <a:xfrm>
            <a:off x="1007130" y="3532347"/>
            <a:ext cx="1632906" cy="975990"/>
          </a:xfrm>
          <a:prstGeom prst="rect">
            <a:avLst/>
          </a:prstGeom>
        </p:spPr>
      </p:pic>
      <p:pic>
        <p:nvPicPr>
          <p:cNvPr id="8" name="Graphic 7" descr="Lock with solid fill">
            <a:extLst>
              <a:ext uri="{FF2B5EF4-FFF2-40B4-BE49-F238E27FC236}">
                <a16:creationId xmlns:a16="http://schemas.microsoft.com/office/drawing/2014/main" id="{AB17B0A6-C4F0-2CB8-D8A2-1B9AA1820C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3179" y="2089253"/>
            <a:ext cx="548640" cy="548640"/>
          </a:xfrm>
          <a:prstGeom prst="rect">
            <a:avLst/>
          </a:prstGeom>
        </p:spPr>
      </p:pic>
      <p:sp>
        <p:nvSpPr>
          <p:cNvPr id="11" name="TextBox 10">
            <a:extLst>
              <a:ext uri="{FF2B5EF4-FFF2-40B4-BE49-F238E27FC236}">
                <a16:creationId xmlns:a16="http://schemas.microsoft.com/office/drawing/2014/main" id="{3B828243-B1FD-6C73-4338-0690E707FB2C}"/>
              </a:ext>
            </a:extLst>
          </p:cNvPr>
          <p:cNvSpPr txBox="1"/>
          <p:nvPr/>
        </p:nvSpPr>
        <p:spPr>
          <a:xfrm>
            <a:off x="-3418" y="4842397"/>
            <a:ext cx="9207488" cy="307777"/>
          </a:xfrm>
          <a:prstGeom prst="rect">
            <a:avLst/>
          </a:prstGeom>
          <a:solidFill>
            <a:schemeClr val="tx1"/>
          </a:solidFill>
        </p:spPr>
        <p:txBody>
          <a:bodyPr wrap="square">
            <a:spAutoFit/>
          </a:bodyPr>
          <a:lstStyle/>
          <a:p>
            <a:pPr algn="ctr"/>
            <a:r>
              <a:rPr lang="en-US" b="1" i="1" u="sng" dirty="0">
                <a:solidFill>
                  <a:schemeClr val="bg1"/>
                </a:solidFill>
                <a:latin typeface="Press Start 2P"/>
                <a:sym typeface="Press Start 2P"/>
              </a:rPr>
              <a:t>NOTE:</a:t>
            </a:r>
            <a:r>
              <a:rPr kumimoji="0" lang="en-US" b="0" i="0" u="none" strike="noStrike" kern="0" cap="none" spc="0" normalizeH="0" baseline="0" noProof="0" dirty="0">
                <a:ln>
                  <a:noFill/>
                </a:ln>
                <a:solidFill>
                  <a:srgbClr val="0F6FC6"/>
                </a:solidFill>
                <a:effectLst/>
                <a:uLnTx/>
                <a:uFillTx/>
                <a:latin typeface="Press Start 2P"/>
                <a:sym typeface="Press Start 2P"/>
              </a:rPr>
              <a:t> </a:t>
            </a:r>
            <a:r>
              <a:rPr lang="en-US" dirty="0">
                <a:solidFill>
                  <a:srgbClr val="0F6FC6"/>
                </a:solidFill>
                <a:latin typeface="Press Start 2P"/>
                <a:sym typeface="Press Start 2P"/>
              </a:rPr>
              <a:t>A SHOWCASE OF ALL FUNCTIONALITY IS IN DEMO!</a:t>
            </a:r>
            <a:endParaRPr kumimoji="0" lang="en-US" b="0" i="0" u="none" strike="noStrike" kern="0" cap="none" spc="0" normalizeH="0" baseline="0" noProof="0" dirty="0">
              <a:ln>
                <a:noFill/>
              </a:ln>
              <a:solidFill>
                <a:srgbClr val="0F6FC6"/>
              </a:solidFill>
              <a:effectLst/>
              <a:uLnTx/>
              <a:uFillTx/>
              <a:latin typeface="Press Start 2P"/>
              <a:sym typeface="Press Start 2P"/>
            </a:endParaRPr>
          </a:p>
        </p:txBody>
      </p:sp>
      <p:pic>
        <p:nvPicPr>
          <p:cNvPr id="15" name="Graphic 14" descr="Head with gears with solid fill">
            <a:extLst>
              <a:ext uri="{FF2B5EF4-FFF2-40B4-BE49-F238E27FC236}">
                <a16:creationId xmlns:a16="http://schemas.microsoft.com/office/drawing/2014/main" id="{358F605B-8D31-2606-EEF8-C7D15120B88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04811" y="2104493"/>
            <a:ext cx="518160" cy="518160"/>
          </a:xfrm>
          <a:prstGeom prst="rect">
            <a:avLst/>
          </a:prstGeom>
        </p:spPr>
      </p:pic>
      <p:pic>
        <p:nvPicPr>
          <p:cNvPr id="16" name="Picture 15">
            <a:extLst>
              <a:ext uri="{FF2B5EF4-FFF2-40B4-BE49-F238E27FC236}">
                <a16:creationId xmlns:a16="http://schemas.microsoft.com/office/drawing/2014/main" id="{CBA2AA87-1412-02DB-9B7F-B034307577B7}"/>
              </a:ext>
            </a:extLst>
          </p:cNvPr>
          <p:cNvPicPr>
            <a:picLocks noChangeAspect="1"/>
          </p:cNvPicPr>
          <p:nvPr/>
        </p:nvPicPr>
        <p:blipFill>
          <a:blip r:embed="rId9"/>
          <a:stretch>
            <a:fillRect/>
          </a:stretch>
        </p:blipFill>
        <p:spPr>
          <a:xfrm>
            <a:off x="6282140" y="3585401"/>
            <a:ext cx="1992924" cy="983480"/>
          </a:xfrm>
          <a:prstGeom prst="rect">
            <a:avLst/>
          </a:prstGeom>
        </p:spPr>
      </p:pic>
      <p:pic>
        <p:nvPicPr>
          <p:cNvPr id="18" name="Picture 17">
            <a:extLst>
              <a:ext uri="{FF2B5EF4-FFF2-40B4-BE49-F238E27FC236}">
                <a16:creationId xmlns:a16="http://schemas.microsoft.com/office/drawing/2014/main" id="{E5F3D259-0E38-6176-EF9E-0116CB4C1020}"/>
              </a:ext>
            </a:extLst>
          </p:cNvPr>
          <p:cNvPicPr>
            <a:picLocks noChangeAspect="1"/>
          </p:cNvPicPr>
          <p:nvPr/>
        </p:nvPicPr>
        <p:blipFill>
          <a:blip r:embed="rId10"/>
          <a:stretch>
            <a:fillRect/>
          </a:stretch>
        </p:blipFill>
        <p:spPr>
          <a:xfrm>
            <a:off x="3821032" y="3551516"/>
            <a:ext cx="1280112" cy="975715"/>
          </a:xfrm>
          <a:prstGeom prst="rect">
            <a:avLst/>
          </a:prstGeom>
        </p:spPr>
      </p:pic>
    </p:spTree>
    <p:extLst>
      <p:ext uri="{BB962C8B-B14F-4D97-AF65-F5344CB8AC3E}">
        <p14:creationId xmlns:p14="http://schemas.microsoft.com/office/powerpoint/2010/main" val="2399444666"/>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4">
          <a:extLst>
            <a:ext uri="{FF2B5EF4-FFF2-40B4-BE49-F238E27FC236}">
              <a16:creationId xmlns:a16="http://schemas.microsoft.com/office/drawing/2014/main" id="{AE500346-BFEE-7DDF-3A0E-717333C83B90}"/>
            </a:ext>
          </a:extLst>
        </p:cNvPr>
        <p:cNvGrpSpPr/>
        <p:nvPr/>
      </p:nvGrpSpPr>
      <p:grpSpPr>
        <a:xfrm>
          <a:off x="0" y="0"/>
          <a:ext cx="0" cy="0"/>
          <a:chOff x="0" y="0"/>
          <a:chExt cx="0" cy="0"/>
        </a:xfrm>
      </p:grpSpPr>
      <p:sp>
        <p:nvSpPr>
          <p:cNvPr id="635" name="Google Shape;635;p32">
            <a:extLst>
              <a:ext uri="{FF2B5EF4-FFF2-40B4-BE49-F238E27FC236}">
                <a16:creationId xmlns:a16="http://schemas.microsoft.com/office/drawing/2014/main" id="{BF1F23F0-371A-8AFE-12F1-E6FA05BCF2DD}"/>
              </a:ext>
            </a:extLst>
          </p:cNvPr>
          <p:cNvSpPr/>
          <p:nvPr/>
        </p:nvSpPr>
        <p:spPr>
          <a:xfrm>
            <a:off x="3588375" y="1161238"/>
            <a:ext cx="1969500" cy="10191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a:extLst>
              <a:ext uri="{FF2B5EF4-FFF2-40B4-BE49-F238E27FC236}">
                <a16:creationId xmlns:a16="http://schemas.microsoft.com/office/drawing/2014/main" id="{4F572E0E-CAC5-4DC2-7EDC-4B7614C0DBE4}"/>
              </a:ext>
            </a:extLst>
          </p:cNvPr>
          <p:cNvSpPr/>
          <p:nvPr/>
        </p:nvSpPr>
        <p:spPr>
          <a:xfrm>
            <a:off x="713100" y="2457364"/>
            <a:ext cx="7717800" cy="11757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a:extLst>
              <a:ext uri="{FF2B5EF4-FFF2-40B4-BE49-F238E27FC236}">
                <a16:creationId xmlns:a16="http://schemas.microsoft.com/office/drawing/2014/main" id="{E31636CF-C09E-6FCC-F047-6474EC149FA7}"/>
              </a:ext>
            </a:extLst>
          </p:cNvPr>
          <p:cNvSpPr txBox="1">
            <a:spLocks noGrp="1"/>
          </p:cNvSpPr>
          <p:nvPr>
            <p:ph type="title"/>
          </p:nvPr>
        </p:nvSpPr>
        <p:spPr>
          <a:xfrm>
            <a:off x="871050" y="2778888"/>
            <a:ext cx="7401900" cy="678900"/>
          </a:xfrm>
          <a:prstGeom prst="rect">
            <a:avLst/>
          </a:prstGeom>
        </p:spPr>
        <p:txBody>
          <a:bodyPr spcFirstLastPara="1" wrap="square" lIns="91425" tIns="91425" rIns="91425" bIns="91425" anchor="ctr" anchorCtr="0">
            <a:noAutofit/>
          </a:bodyPr>
          <a:lstStyle/>
          <a:p>
            <a:r>
              <a:rPr lang="en-US" sz="3600" dirty="0">
                <a:solidFill>
                  <a:schemeClr val="bg1"/>
                </a:solidFill>
              </a:rPr>
              <a:t>DEMO  </a:t>
            </a:r>
            <a:r>
              <a:rPr lang="en-US" sz="3600" dirty="0">
                <a:solidFill>
                  <a:schemeClr val="accent5"/>
                </a:solidFill>
              </a:rPr>
              <a:t>VIDEO_</a:t>
            </a:r>
            <a:endParaRPr sz="3600" dirty="0">
              <a:solidFill>
                <a:schemeClr val="accent5"/>
              </a:solidFill>
            </a:endParaRPr>
          </a:p>
        </p:txBody>
      </p:sp>
      <p:sp>
        <p:nvSpPr>
          <p:cNvPr id="638" name="Google Shape;638;p32">
            <a:extLst>
              <a:ext uri="{FF2B5EF4-FFF2-40B4-BE49-F238E27FC236}">
                <a16:creationId xmlns:a16="http://schemas.microsoft.com/office/drawing/2014/main" id="{24E58C29-B9ED-667F-4641-9B634EF6619C}"/>
              </a:ext>
            </a:extLst>
          </p:cNvPr>
          <p:cNvSpPr txBox="1">
            <a:spLocks noGrp="1"/>
          </p:cNvSpPr>
          <p:nvPr>
            <p:ph type="subTitle" idx="1"/>
          </p:nvPr>
        </p:nvSpPr>
        <p:spPr>
          <a:xfrm>
            <a:off x="1580178" y="3633040"/>
            <a:ext cx="5985900" cy="57633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pPr>
            <a:r>
              <a:rPr lang="en" sz="1550" dirty="0"/>
              <a:t>“Embedded Link of </a:t>
            </a:r>
            <a:r>
              <a:rPr lang="en" sz="1550" dirty="0">
                <a:solidFill>
                  <a:schemeClr val="bg1"/>
                </a:solidFill>
              </a:rPr>
              <a:t>FINAL DEMO VIDEO</a:t>
            </a:r>
            <a:r>
              <a:rPr lang="en" sz="1550" dirty="0"/>
              <a:t>.”</a:t>
            </a:r>
          </a:p>
          <a:p>
            <a:pPr marL="0" lvl="0" indent="0" algn="l" rtl="0">
              <a:spcBef>
                <a:spcPts val="0"/>
              </a:spcBef>
              <a:spcAft>
                <a:spcPts val="0"/>
              </a:spcAft>
            </a:pPr>
            <a:r>
              <a:rPr lang="en" sz="1550" dirty="0"/>
              <a:t>“Showcase </a:t>
            </a:r>
            <a:r>
              <a:rPr lang="en" sz="1550" dirty="0">
                <a:solidFill>
                  <a:schemeClr val="bg1"/>
                </a:solidFill>
              </a:rPr>
              <a:t>TEAM GITHUB </a:t>
            </a:r>
            <a:r>
              <a:rPr lang="en" sz="1550" dirty="0"/>
              <a:t>&amp; Development Documention.”</a:t>
            </a:r>
          </a:p>
        </p:txBody>
      </p:sp>
      <p:grpSp>
        <p:nvGrpSpPr>
          <p:cNvPr id="639" name="Google Shape;639;p32">
            <a:extLst>
              <a:ext uri="{FF2B5EF4-FFF2-40B4-BE49-F238E27FC236}">
                <a16:creationId xmlns:a16="http://schemas.microsoft.com/office/drawing/2014/main" id="{6709605A-7397-53B8-8F0F-97D2879B7BE2}"/>
              </a:ext>
            </a:extLst>
          </p:cNvPr>
          <p:cNvGrpSpPr/>
          <p:nvPr/>
        </p:nvGrpSpPr>
        <p:grpSpPr>
          <a:xfrm>
            <a:off x="4348103" y="4292747"/>
            <a:ext cx="223897" cy="223875"/>
            <a:chOff x="5557700" y="413400"/>
            <a:chExt cx="223897" cy="223875"/>
          </a:xfrm>
        </p:grpSpPr>
        <p:sp>
          <p:nvSpPr>
            <p:cNvPr id="640" name="Google Shape;640;p32">
              <a:extLst>
                <a:ext uri="{FF2B5EF4-FFF2-40B4-BE49-F238E27FC236}">
                  <a16:creationId xmlns:a16="http://schemas.microsoft.com/office/drawing/2014/main" id="{CC2B5256-2A54-86CE-C154-29F25A7A3923}"/>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a:extLst>
                <a:ext uri="{FF2B5EF4-FFF2-40B4-BE49-F238E27FC236}">
                  <a16:creationId xmlns:a16="http://schemas.microsoft.com/office/drawing/2014/main" id="{F47BCD00-828B-9559-FEF4-22A14469A00D}"/>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2">
              <a:extLst>
                <a:ext uri="{FF2B5EF4-FFF2-40B4-BE49-F238E27FC236}">
                  <a16:creationId xmlns:a16="http://schemas.microsoft.com/office/drawing/2014/main" id="{5CE5F9D4-A0F8-C194-DEA8-3ED0F3802AB4}"/>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2">
            <a:extLst>
              <a:ext uri="{FF2B5EF4-FFF2-40B4-BE49-F238E27FC236}">
                <a16:creationId xmlns:a16="http://schemas.microsoft.com/office/drawing/2014/main" id="{B70A0735-E84A-4FE4-5771-BA884A322B62}"/>
              </a:ext>
            </a:extLst>
          </p:cNvPr>
          <p:cNvGrpSpPr/>
          <p:nvPr/>
        </p:nvGrpSpPr>
        <p:grpSpPr>
          <a:xfrm flipH="1">
            <a:off x="7371130" y="994405"/>
            <a:ext cx="678868" cy="678850"/>
            <a:chOff x="681100" y="2094175"/>
            <a:chExt cx="974125" cy="974100"/>
          </a:xfrm>
        </p:grpSpPr>
        <p:sp>
          <p:nvSpPr>
            <p:cNvPr id="644" name="Google Shape;644;p32">
              <a:extLst>
                <a:ext uri="{FF2B5EF4-FFF2-40B4-BE49-F238E27FC236}">
                  <a16:creationId xmlns:a16="http://schemas.microsoft.com/office/drawing/2014/main" id="{971B93A4-051D-0FC8-D69B-8F821E55E21C}"/>
                </a:ext>
              </a:extLst>
            </p:cNvPr>
            <p:cNvSpPr/>
            <p:nvPr/>
          </p:nvSpPr>
          <p:spPr>
            <a:xfrm>
              <a:off x="820425" y="2720550"/>
              <a:ext cx="695475" cy="347725"/>
            </a:xfrm>
            <a:custGeom>
              <a:avLst/>
              <a:gdLst/>
              <a:ahLst/>
              <a:cxnLst/>
              <a:rect l="l" t="t" r="r" b="b"/>
              <a:pathLst>
                <a:path w="27819" h="13909" extrusionOk="0">
                  <a:moveTo>
                    <a:pt x="1" y="0"/>
                  </a:moveTo>
                  <a:lnTo>
                    <a:pt x="1" y="2811"/>
                  </a:lnTo>
                  <a:lnTo>
                    <a:pt x="2763" y="2811"/>
                  </a:lnTo>
                  <a:lnTo>
                    <a:pt x="2763" y="5573"/>
                  </a:lnTo>
                  <a:lnTo>
                    <a:pt x="5526" y="5573"/>
                  </a:lnTo>
                  <a:lnTo>
                    <a:pt x="5526" y="8384"/>
                  </a:lnTo>
                  <a:lnTo>
                    <a:pt x="8336" y="8384"/>
                  </a:lnTo>
                  <a:lnTo>
                    <a:pt x="8336" y="11146"/>
                  </a:lnTo>
                  <a:lnTo>
                    <a:pt x="8336" y="13909"/>
                  </a:lnTo>
                  <a:lnTo>
                    <a:pt x="11099" y="13909"/>
                  </a:lnTo>
                  <a:lnTo>
                    <a:pt x="11099" y="11146"/>
                  </a:lnTo>
                  <a:lnTo>
                    <a:pt x="16672" y="11146"/>
                  </a:lnTo>
                  <a:lnTo>
                    <a:pt x="16672" y="13909"/>
                  </a:lnTo>
                  <a:lnTo>
                    <a:pt x="19482" y="13909"/>
                  </a:lnTo>
                  <a:lnTo>
                    <a:pt x="19482" y="11146"/>
                  </a:lnTo>
                  <a:lnTo>
                    <a:pt x="19482" y="8384"/>
                  </a:lnTo>
                  <a:lnTo>
                    <a:pt x="22245" y="8384"/>
                  </a:lnTo>
                  <a:lnTo>
                    <a:pt x="22245" y="5573"/>
                  </a:lnTo>
                  <a:lnTo>
                    <a:pt x="25055" y="5573"/>
                  </a:lnTo>
                  <a:lnTo>
                    <a:pt x="25055" y="2811"/>
                  </a:lnTo>
                  <a:lnTo>
                    <a:pt x="27818" y="2811"/>
                  </a:lnTo>
                  <a:lnTo>
                    <a:pt x="27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a:extLst>
                <a:ext uri="{FF2B5EF4-FFF2-40B4-BE49-F238E27FC236}">
                  <a16:creationId xmlns:a16="http://schemas.microsoft.com/office/drawing/2014/main" id="{4C22C8D5-8190-C9F8-8647-D82D1DAA7646}"/>
                </a:ext>
              </a:extLst>
            </p:cNvPr>
            <p:cNvSpPr/>
            <p:nvPr/>
          </p:nvSpPr>
          <p:spPr>
            <a:xfrm>
              <a:off x="820425" y="2094175"/>
              <a:ext cx="695475" cy="347750"/>
            </a:xfrm>
            <a:custGeom>
              <a:avLst/>
              <a:gdLst/>
              <a:ahLst/>
              <a:cxnLst/>
              <a:rect l="l" t="t" r="r" b="b"/>
              <a:pathLst>
                <a:path w="27819" h="13910" extrusionOk="0">
                  <a:moveTo>
                    <a:pt x="8336" y="1"/>
                  </a:moveTo>
                  <a:lnTo>
                    <a:pt x="8336" y="2763"/>
                  </a:lnTo>
                  <a:lnTo>
                    <a:pt x="8336" y="5574"/>
                  </a:lnTo>
                  <a:lnTo>
                    <a:pt x="5526" y="5574"/>
                  </a:lnTo>
                  <a:lnTo>
                    <a:pt x="5526" y="8336"/>
                  </a:lnTo>
                  <a:lnTo>
                    <a:pt x="2763" y="8336"/>
                  </a:lnTo>
                  <a:lnTo>
                    <a:pt x="2763" y="11147"/>
                  </a:lnTo>
                  <a:lnTo>
                    <a:pt x="1" y="11147"/>
                  </a:lnTo>
                  <a:lnTo>
                    <a:pt x="1" y="13909"/>
                  </a:lnTo>
                  <a:lnTo>
                    <a:pt x="27818" y="13909"/>
                  </a:lnTo>
                  <a:lnTo>
                    <a:pt x="27818" y="11147"/>
                  </a:lnTo>
                  <a:lnTo>
                    <a:pt x="25055" y="11147"/>
                  </a:lnTo>
                  <a:lnTo>
                    <a:pt x="25055" y="8336"/>
                  </a:lnTo>
                  <a:lnTo>
                    <a:pt x="22245" y="8336"/>
                  </a:lnTo>
                  <a:lnTo>
                    <a:pt x="22245" y="5574"/>
                  </a:lnTo>
                  <a:lnTo>
                    <a:pt x="19482" y="5574"/>
                  </a:lnTo>
                  <a:lnTo>
                    <a:pt x="19482" y="2763"/>
                  </a:lnTo>
                  <a:lnTo>
                    <a:pt x="19482" y="1"/>
                  </a:lnTo>
                  <a:lnTo>
                    <a:pt x="16672" y="1"/>
                  </a:lnTo>
                  <a:lnTo>
                    <a:pt x="16672" y="2763"/>
                  </a:lnTo>
                  <a:lnTo>
                    <a:pt x="11099" y="2763"/>
                  </a:lnTo>
                  <a:lnTo>
                    <a:pt x="11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a:extLst>
                <a:ext uri="{FF2B5EF4-FFF2-40B4-BE49-F238E27FC236}">
                  <a16:creationId xmlns:a16="http://schemas.microsoft.com/office/drawing/2014/main" id="{8E2CC5DB-7CEF-EE95-4602-97109E2C8C33}"/>
                </a:ext>
              </a:extLst>
            </p:cNvPr>
            <p:cNvSpPr/>
            <p:nvPr/>
          </p:nvSpPr>
          <p:spPr>
            <a:xfrm>
              <a:off x="1515875" y="2651475"/>
              <a:ext cx="70275" cy="69100"/>
            </a:xfrm>
            <a:custGeom>
              <a:avLst/>
              <a:gdLst/>
              <a:ahLst/>
              <a:cxnLst/>
              <a:rect l="l" t="t" r="r" b="b"/>
              <a:pathLst>
                <a:path w="2811" h="2764" extrusionOk="0">
                  <a:moveTo>
                    <a:pt x="0" y="1"/>
                  </a:moveTo>
                  <a:lnTo>
                    <a:pt x="0" y="2763"/>
                  </a:lnTo>
                  <a:lnTo>
                    <a:pt x="2810" y="2763"/>
                  </a:lnTo>
                  <a:lnTo>
                    <a:pt x="28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a:extLst>
                <a:ext uri="{FF2B5EF4-FFF2-40B4-BE49-F238E27FC236}">
                  <a16:creationId xmlns:a16="http://schemas.microsoft.com/office/drawing/2014/main" id="{4D62C1FF-11D6-E949-A099-5939AEFF8EA8}"/>
                </a:ext>
              </a:extLst>
            </p:cNvPr>
            <p:cNvSpPr/>
            <p:nvPr/>
          </p:nvSpPr>
          <p:spPr>
            <a:xfrm>
              <a:off x="1515875" y="2441900"/>
              <a:ext cx="70275" cy="70275"/>
            </a:xfrm>
            <a:custGeom>
              <a:avLst/>
              <a:gdLst/>
              <a:ahLst/>
              <a:cxnLst/>
              <a:rect l="l" t="t" r="r" b="b"/>
              <a:pathLst>
                <a:path w="2811" h="2811" extrusionOk="0">
                  <a:moveTo>
                    <a:pt x="0" y="0"/>
                  </a:moveTo>
                  <a:lnTo>
                    <a:pt x="0" y="2811"/>
                  </a:lnTo>
                  <a:lnTo>
                    <a:pt x="2810" y="2811"/>
                  </a:lnTo>
                  <a:lnTo>
                    <a:pt x="28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a:extLst>
                <a:ext uri="{FF2B5EF4-FFF2-40B4-BE49-F238E27FC236}">
                  <a16:creationId xmlns:a16="http://schemas.microsoft.com/office/drawing/2014/main" id="{B027B2E0-E2A9-C613-1445-CB4EC152C39F}"/>
                </a:ext>
              </a:extLst>
            </p:cNvPr>
            <p:cNvSpPr/>
            <p:nvPr/>
          </p:nvSpPr>
          <p:spPr>
            <a:xfrm>
              <a:off x="1586125"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a:extLst>
                <a:ext uri="{FF2B5EF4-FFF2-40B4-BE49-F238E27FC236}">
                  <a16:creationId xmlns:a16="http://schemas.microsoft.com/office/drawing/2014/main" id="{7EED0C8A-B47F-0E8B-BD41-3C6E42D30BE8}"/>
                </a:ext>
              </a:extLst>
            </p:cNvPr>
            <p:cNvSpPr/>
            <p:nvPr/>
          </p:nvSpPr>
          <p:spPr>
            <a:xfrm>
              <a:off x="750175" y="2651475"/>
              <a:ext cx="70275" cy="69100"/>
            </a:xfrm>
            <a:custGeom>
              <a:avLst/>
              <a:gdLst/>
              <a:ahLst/>
              <a:cxnLst/>
              <a:rect l="l" t="t" r="r" b="b"/>
              <a:pathLst>
                <a:path w="2811" h="2764" extrusionOk="0">
                  <a:moveTo>
                    <a:pt x="0" y="1"/>
                  </a:moveTo>
                  <a:lnTo>
                    <a:pt x="0" y="2763"/>
                  </a:lnTo>
                  <a:lnTo>
                    <a:pt x="2811" y="2763"/>
                  </a:lnTo>
                  <a:lnTo>
                    <a:pt x="28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a:extLst>
                <a:ext uri="{FF2B5EF4-FFF2-40B4-BE49-F238E27FC236}">
                  <a16:creationId xmlns:a16="http://schemas.microsoft.com/office/drawing/2014/main" id="{78A62196-74C5-DFE7-17BB-31162B9900A3}"/>
                </a:ext>
              </a:extLst>
            </p:cNvPr>
            <p:cNvSpPr/>
            <p:nvPr/>
          </p:nvSpPr>
          <p:spPr>
            <a:xfrm>
              <a:off x="750175" y="2441900"/>
              <a:ext cx="70275" cy="70275"/>
            </a:xfrm>
            <a:custGeom>
              <a:avLst/>
              <a:gdLst/>
              <a:ahLst/>
              <a:cxnLst/>
              <a:rect l="l" t="t" r="r" b="b"/>
              <a:pathLst>
                <a:path w="2811" h="2811" extrusionOk="0">
                  <a:moveTo>
                    <a:pt x="0" y="0"/>
                  </a:moveTo>
                  <a:lnTo>
                    <a:pt x="0" y="2811"/>
                  </a:lnTo>
                  <a:lnTo>
                    <a:pt x="2811" y="2811"/>
                  </a:lnTo>
                  <a:lnTo>
                    <a:pt x="28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a:extLst>
                <a:ext uri="{FF2B5EF4-FFF2-40B4-BE49-F238E27FC236}">
                  <a16:creationId xmlns:a16="http://schemas.microsoft.com/office/drawing/2014/main" id="{C1469E73-13BF-F669-60A5-42DC4F617E18}"/>
                </a:ext>
              </a:extLst>
            </p:cNvPr>
            <p:cNvSpPr/>
            <p:nvPr/>
          </p:nvSpPr>
          <p:spPr>
            <a:xfrm>
              <a:off x="681100"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a:extLst>
                <a:ext uri="{FF2B5EF4-FFF2-40B4-BE49-F238E27FC236}">
                  <a16:creationId xmlns:a16="http://schemas.microsoft.com/office/drawing/2014/main" id="{FD14FD0F-F827-F51E-D0CE-031B6F4C81CC}"/>
                </a:ext>
              </a:extLst>
            </p:cNvPr>
            <p:cNvSpPr/>
            <p:nvPr/>
          </p:nvSpPr>
          <p:spPr>
            <a:xfrm>
              <a:off x="130747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a:extLst>
                <a:ext uri="{FF2B5EF4-FFF2-40B4-BE49-F238E27FC236}">
                  <a16:creationId xmlns:a16="http://schemas.microsoft.com/office/drawing/2014/main" id="{5764F0B0-D2E3-91D0-A6F5-1B7391E3C655}"/>
                </a:ext>
              </a:extLst>
            </p:cNvPr>
            <p:cNvSpPr/>
            <p:nvPr/>
          </p:nvSpPr>
          <p:spPr>
            <a:xfrm>
              <a:off x="102882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2">
            <a:extLst>
              <a:ext uri="{FF2B5EF4-FFF2-40B4-BE49-F238E27FC236}">
                <a16:creationId xmlns:a16="http://schemas.microsoft.com/office/drawing/2014/main" id="{809A97C8-A3A6-8D1E-7586-5FE3E33DAF95}"/>
              </a:ext>
            </a:extLst>
          </p:cNvPr>
          <p:cNvGrpSpPr/>
          <p:nvPr/>
        </p:nvGrpSpPr>
        <p:grpSpPr>
          <a:xfrm rot="-795768">
            <a:off x="7900130" y="4074308"/>
            <a:ext cx="276309" cy="437670"/>
            <a:chOff x="713100" y="3583157"/>
            <a:chExt cx="721984" cy="1143614"/>
          </a:xfrm>
        </p:grpSpPr>
        <p:sp>
          <p:nvSpPr>
            <p:cNvPr id="655" name="Google Shape;655;p32">
              <a:extLst>
                <a:ext uri="{FF2B5EF4-FFF2-40B4-BE49-F238E27FC236}">
                  <a16:creationId xmlns:a16="http://schemas.microsoft.com/office/drawing/2014/main" id="{337D89C3-5306-6075-D2D3-7EA1776A8820}"/>
                </a:ext>
              </a:extLst>
            </p:cNvPr>
            <p:cNvSpPr/>
            <p:nvPr/>
          </p:nvSpPr>
          <p:spPr>
            <a:xfrm>
              <a:off x="713100" y="3583157"/>
              <a:ext cx="721961" cy="1143555"/>
            </a:xfrm>
            <a:custGeom>
              <a:avLst/>
              <a:gdLst/>
              <a:ahLst/>
              <a:cxnLst/>
              <a:rect l="l" t="t" r="r" b="b"/>
              <a:pathLst>
                <a:path w="43623" h="69097" extrusionOk="0">
                  <a:moveTo>
                    <a:pt x="1" y="1"/>
                  </a:moveTo>
                  <a:lnTo>
                    <a:pt x="1" y="61827"/>
                  </a:lnTo>
                  <a:lnTo>
                    <a:pt x="7271" y="61827"/>
                  </a:lnTo>
                  <a:lnTo>
                    <a:pt x="7271" y="58163"/>
                  </a:lnTo>
                  <a:lnTo>
                    <a:pt x="10877" y="58163"/>
                  </a:lnTo>
                  <a:lnTo>
                    <a:pt x="10877" y="54557"/>
                  </a:lnTo>
                  <a:lnTo>
                    <a:pt x="14541" y="54557"/>
                  </a:lnTo>
                  <a:lnTo>
                    <a:pt x="14541" y="50892"/>
                  </a:lnTo>
                  <a:lnTo>
                    <a:pt x="18147" y="50892"/>
                  </a:lnTo>
                  <a:lnTo>
                    <a:pt x="18147" y="58163"/>
                  </a:lnTo>
                  <a:lnTo>
                    <a:pt x="21811" y="58163"/>
                  </a:lnTo>
                  <a:lnTo>
                    <a:pt x="21811" y="65433"/>
                  </a:lnTo>
                  <a:lnTo>
                    <a:pt x="25418" y="65433"/>
                  </a:lnTo>
                  <a:lnTo>
                    <a:pt x="25418" y="69097"/>
                  </a:lnTo>
                  <a:lnTo>
                    <a:pt x="32688" y="69097"/>
                  </a:lnTo>
                  <a:lnTo>
                    <a:pt x="32688" y="65433"/>
                  </a:lnTo>
                  <a:lnTo>
                    <a:pt x="36352" y="65433"/>
                  </a:lnTo>
                  <a:lnTo>
                    <a:pt x="36352" y="58163"/>
                  </a:lnTo>
                  <a:lnTo>
                    <a:pt x="32688" y="58163"/>
                  </a:lnTo>
                  <a:lnTo>
                    <a:pt x="32688" y="50892"/>
                  </a:lnTo>
                  <a:lnTo>
                    <a:pt x="29082" y="50892"/>
                  </a:lnTo>
                  <a:lnTo>
                    <a:pt x="29082" y="47286"/>
                  </a:lnTo>
                  <a:lnTo>
                    <a:pt x="43622" y="47286"/>
                  </a:lnTo>
                  <a:lnTo>
                    <a:pt x="43622" y="43622"/>
                  </a:lnTo>
                  <a:lnTo>
                    <a:pt x="43622" y="40016"/>
                  </a:lnTo>
                  <a:lnTo>
                    <a:pt x="39958" y="40016"/>
                  </a:lnTo>
                  <a:lnTo>
                    <a:pt x="39958" y="36352"/>
                  </a:lnTo>
                  <a:lnTo>
                    <a:pt x="36352" y="36352"/>
                  </a:lnTo>
                  <a:lnTo>
                    <a:pt x="36352" y="32746"/>
                  </a:lnTo>
                  <a:lnTo>
                    <a:pt x="32688" y="32746"/>
                  </a:lnTo>
                  <a:lnTo>
                    <a:pt x="32688" y="29082"/>
                  </a:lnTo>
                  <a:lnTo>
                    <a:pt x="29082" y="29082"/>
                  </a:lnTo>
                  <a:lnTo>
                    <a:pt x="29082" y="25476"/>
                  </a:lnTo>
                  <a:lnTo>
                    <a:pt x="25418" y="25476"/>
                  </a:lnTo>
                  <a:lnTo>
                    <a:pt x="25418" y="21811"/>
                  </a:lnTo>
                  <a:lnTo>
                    <a:pt x="21811" y="21811"/>
                  </a:lnTo>
                  <a:lnTo>
                    <a:pt x="21811" y="18205"/>
                  </a:lnTo>
                  <a:lnTo>
                    <a:pt x="18147" y="18205"/>
                  </a:lnTo>
                  <a:lnTo>
                    <a:pt x="18147" y="14541"/>
                  </a:lnTo>
                  <a:lnTo>
                    <a:pt x="14541" y="14541"/>
                  </a:lnTo>
                  <a:lnTo>
                    <a:pt x="14541" y="10935"/>
                  </a:lnTo>
                  <a:lnTo>
                    <a:pt x="10877" y="10935"/>
                  </a:lnTo>
                  <a:lnTo>
                    <a:pt x="10877" y="7271"/>
                  </a:lnTo>
                  <a:lnTo>
                    <a:pt x="7271" y="7271"/>
                  </a:lnTo>
                  <a:lnTo>
                    <a:pt x="7271" y="3665"/>
                  </a:lnTo>
                  <a:lnTo>
                    <a:pt x="3607" y="3665"/>
                  </a:lnTo>
                  <a:lnTo>
                    <a:pt x="3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a:extLst>
                <a:ext uri="{FF2B5EF4-FFF2-40B4-BE49-F238E27FC236}">
                  <a16:creationId xmlns:a16="http://schemas.microsoft.com/office/drawing/2014/main" id="{962712F8-03CB-6AEF-1CC7-FC0048641151}"/>
                </a:ext>
              </a:extLst>
            </p:cNvPr>
            <p:cNvSpPr/>
            <p:nvPr/>
          </p:nvSpPr>
          <p:spPr>
            <a:xfrm>
              <a:off x="713100" y="3583157"/>
              <a:ext cx="120335" cy="1023237"/>
            </a:xfrm>
            <a:custGeom>
              <a:avLst/>
              <a:gdLst/>
              <a:ahLst/>
              <a:cxnLst/>
              <a:rect l="l" t="t" r="r" b="b"/>
              <a:pathLst>
                <a:path w="7271" h="61827" extrusionOk="0">
                  <a:moveTo>
                    <a:pt x="1" y="1"/>
                  </a:moveTo>
                  <a:lnTo>
                    <a:pt x="1" y="61827"/>
                  </a:lnTo>
                  <a:lnTo>
                    <a:pt x="7271" y="61827"/>
                  </a:lnTo>
                  <a:lnTo>
                    <a:pt x="7271" y="58163"/>
                  </a:lnTo>
                  <a:lnTo>
                    <a:pt x="3607" y="58163"/>
                  </a:lnTo>
                  <a:lnTo>
                    <a:pt x="3607" y="7271"/>
                  </a:lnTo>
                  <a:lnTo>
                    <a:pt x="7271" y="7271"/>
                  </a:lnTo>
                  <a:lnTo>
                    <a:pt x="727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a:extLst>
                <a:ext uri="{FF2B5EF4-FFF2-40B4-BE49-F238E27FC236}">
                  <a16:creationId xmlns:a16="http://schemas.microsoft.com/office/drawing/2014/main" id="{7C2821D9-3254-6BE9-CDA9-B3690CC282E1}"/>
                </a:ext>
              </a:extLst>
            </p:cNvPr>
            <p:cNvSpPr/>
            <p:nvPr/>
          </p:nvSpPr>
          <p:spPr>
            <a:xfrm>
              <a:off x="833425" y="3703499"/>
              <a:ext cx="59712" cy="60656"/>
            </a:xfrm>
            <a:custGeom>
              <a:avLst/>
              <a:gdLst/>
              <a:ahLst/>
              <a:cxnLst/>
              <a:rect l="l" t="t" r="r" b="b"/>
              <a:pathLst>
                <a:path w="3608" h="3665" extrusionOk="0">
                  <a:moveTo>
                    <a:pt x="1" y="0"/>
                  </a:moveTo>
                  <a:lnTo>
                    <a:pt x="1" y="3664"/>
                  </a:lnTo>
                  <a:lnTo>
                    <a:pt x="3607" y="3664"/>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a:extLst>
                <a:ext uri="{FF2B5EF4-FFF2-40B4-BE49-F238E27FC236}">
                  <a16:creationId xmlns:a16="http://schemas.microsoft.com/office/drawing/2014/main" id="{E94E9B35-9412-2406-3908-D2557D1904AC}"/>
                </a:ext>
              </a:extLst>
            </p:cNvPr>
            <p:cNvSpPr/>
            <p:nvPr/>
          </p:nvSpPr>
          <p:spPr>
            <a:xfrm>
              <a:off x="893124" y="3764141"/>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a:extLst>
                <a:ext uri="{FF2B5EF4-FFF2-40B4-BE49-F238E27FC236}">
                  <a16:creationId xmlns:a16="http://schemas.microsoft.com/office/drawing/2014/main" id="{427B21EC-4A8B-C1D4-B135-8AD636074D0C}"/>
                </a:ext>
              </a:extLst>
            </p:cNvPr>
            <p:cNvSpPr/>
            <p:nvPr/>
          </p:nvSpPr>
          <p:spPr>
            <a:xfrm>
              <a:off x="953767" y="3823824"/>
              <a:ext cx="59696" cy="60656"/>
            </a:xfrm>
            <a:custGeom>
              <a:avLst/>
              <a:gdLst/>
              <a:ahLst/>
              <a:cxnLst/>
              <a:rect l="l" t="t" r="r" b="b"/>
              <a:pathLst>
                <a:path w="3607" h="3665" extrusionOk="0">
                  <a:moveTo>
                    <a:pt x="0" y="0"/>
                  </a:moveTo>
                  <a:lnTo>
                    <a:pt x="0" y="3664"/>
                  </a:lnTo>
                  <a:lnTo>
                    <a:pt x="3606" y="3664"/>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a:extLst>
                <a:ext uri="{FF2B5EF4-FFF2-40B4-BE49-F238E27FC236}">
                  <a16:creationId xmlns:a16="http://schemas.microsoft.com/office/drawing/2014/main" id="{5DBEAFCC-3CC2-A5B7-327D-D32B94BA82A1}"/>
                </a:ext>
              </a:extLst>
            </p:cNvPr>
            <p:cNvSpPr/>
            <p:nvPr/>
          </p:nvSpPr>
          <p:spPr>
            <a:xfrm>
              <a:off x="1013449" y="3884466"/>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2">
              <a:extLst>
                <a:ext uri="{FF2B5EF4-FFF2-40B4-BE49-F238E27FC236}">
                  <a16:creationId xmlns:a16="http://schemas.microsoft.com/office/drawing/2014/main" id="{0CDE4135-0EF6-1C4C-2989-1141C449CC31}"/>
                </a:ext>
              </a:extLst>
            </p:cNvPr>
            <p:cNvSpPr/>
            <p:nvPr/>
          </p:nvSpPr>
          <p:spPr>
            <a:xfrm>
              <a:off x="1074092" y="3944149"/>
              <a:ext cx="59696" cy="60656"/>
            </a:xfrm>
            <a:custGeom>
              <a:avLst/>
              <a:gdLst/>
              <a:ahLst/>
              <a:cxnLst/>
              <a:rect l="l" t="t" r="r" b="b"/>
              <a:pathLst>
                <a:path w="3607" h="3665" extrusionOk="0">
                  <a:moveTo>
                    <a:pt x="0" y="0"/>
                  </a:moveTo>
                  <a:lnTo>
                    <a:pt x="0" y="3665"/>
                  </a:lnTo>
                  <a:lnTo>
                    <a:pt x="3607" y="3665"/>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2">
              <a:extLst>
                <a:ext uri="{FF2B5EF4-FFF2-40B4-BE49-F238E27FC236}">
                  <a16:creationId xmlns:a16="http://schemas.microsoft.com/office/drawing/2014/main" id="{323F0941-7CFB-8B12-9D61-177A0B4BAFC9}"/>
                </a:ext>
              </a:extLst>
            </p:cNvPr>
            <p:cNvSpPr/>
            <p:nvPr/>
          </p:nvSpPr>
          <p:spPr>
            <a:xfrm>
              <a:off x="1133774" y="4004792"/>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a:extLst>
                <a:ext uri="{FF2B5EF4-FFF2-40B4-BE49-F238E27FC236}">
                  <a16:creationId xmlns:a16="http://schemas.microsoft.com/office/drawing/2014/main" id="{CE5BFA45-1411-4AE6-6332-7EF6B437C7B9}"/>
                </a:ext>
              </a:extLst>
            </p:cNvPr>
            <p:cNvSpPr/>
            <p:nvPr/>
          </p:nvSpPr>
          <p:spPr>
            <a:xfrm>
              <a:off x="1194417" y="4064474"/>
              <a:ext cx="59696" cy="60656"/>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a:extLst>
                <a:ext uri="{FF2B5EF4-FFF2-40B4-BE49-F238E27FC236}">
                  <a16:creationId xmlns:a16="http://schemas.microsoft.com/office/drawing/2014/main" id="{6F964E28-49FC-CDE5-E051-403B822D5EFD}"/>
                </a:ext>
              </a:extLst>
            </p:cNvPr>
            <p:cNvSpPr/>
            <p:nvPr/>
          </p:nvSpPr>
          <p:spPr>
            <a:xfrm>
              <a:off x="1254099" y="4125117"/>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a:extLst>
                <a:ext uri="{FF2B5EF4-FFF2-40B4-BE49-F238E27FC236}">
                  <a16:creationId xmlns:a16="http://schemas.microsoft.com/office/drawing/2014/main" id="{2ACD34D5-A5C9-3498-AF7C-6D357E26CE24}"/>
                </a:ext>
              </a:extLst>
            </p:cNvPr>
            <p:cNvSpPr/>
            <p:nvPr/>
          </p:nvSpPr>
          <p:spPr>
            <a:xfrm>
              <a:off x="1314758" y="4184799"/>
              <a:ext cx="59696" cy="60672"/>
            </a:xfrm>
            <a:custGeom>
              <a:avLst/>
              <a:gdLst/>
              <a:ahLst/>
              <a:cxnLst/>
              <a:rect l="l" t="t" r="r" b="b"/>
              <a:pathLst>
                <a:path w="3607" h="3666" extrusionOk="0">
                  <a:moveTo>
                    <a:pt x="0" y="1"/>
                  </a:moveTo>
                  <a:lnTo>
                    <a:pt x="0" y="3665"/>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a:extLst>
                <a:ext uri="{FF2B5EF4-FFF2-40B4-BE49-F238E27FC236}">
                  <a16:creationId xmlns:a16="http://schemas.microsoft.com/office/drawing/2014/main" id="{72DFF946-3045-3EEE-1408-FC85D67C0815}"/>
                </a:ext>
              </a:extLst>
            </p:cNvPr>
            <p:cNvSpPr/>
            <p:nvPr/>
          </p:nvSpPr>
          <p:spPr>
            <a:xfrm>
              <a:off x="1133774" y="4245458"/>
              <a:ext cx="301309" cy="180014"/>
            </a:xfrm>
            <a:custGeom>
              <a:avLst/>
              <a:gdLst/>
              <a:ahLst/>
              <a:cxnLst/>
              <a:rect l="l" t="t" r="r" b="b"/>
              <a:pathLst>
                <a:path w="18206" h="10877" extrusionOk="0">
                  <a:moveTo>
                    <a:pt x="14541" y="0"/>
                  </a:moveTo>
                  <a:lnTo>
                    <a:pt x="14541" y="3606"/>
                  </a:lnTo>
                  <a:lnTo>
                    <a:pt x="1" y="3606"/>
                  </a:lnTo>
                  <a:lnTo>
                    <a:pt x="1" y="7270"/>
                  </a:lnTo>
                  <a:lnTo>
                    <a:pt x="1" y="10876"/>
                  </a:lnTo>
                  <a:lnTo>
                    <a:pt x="3665" y="10876"/>
                  </a:lnTo>
                  <a:lnTo>
                    <a:pt x="3665" y="7270"/>
                  </a:lnTo>
                  <a:lnTo>
                    <a:pt x="18205" y="7270"/>
                  </a:lnTo>
                  <a:lnTo>
                    <a:pt x="18205" y="3606"/>
                  </a:lnTo>
                  <a:lnTo>
                    <a:pt x="18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a:extLst>
                <a:ext uri="{FF2B5EF4-FFF2-40B4-BE49-F238E27FC236}">
                  <a16:creationId xmlns:a16="http://schemas.microsoft.com/office/drawing/2014/main" id="{DFE2B87F-CDC3-5374-897A-5DB91587ACC7}"/>
                </a:ext>
              </a:extLst>
            </p:cNvPr>
            <p:cNvSpPr/>
            <p:nvPr/>
          </p:nvSpPr>
          <p:spPr>
            <a:xfrm>
              <a:off x="953767" y="4365783"/>
              <a:ext cx="59696" cy="59696"/>
            </a:xfrm>
            <a:custGeom>
              <a:avLst/>
              <a:gdLst/>
              <a:ahLst/>
              <a:cxnLst/>
              <a:rect l="l" t="t" r="r" b="b"/>
              <a:pathLst>
                <a:path w="3607" h="3607" extrusionOk="0">
                  <a:moveTo>
                    <a:pt x="0" y="0"/>
                  </a:moveTo>
                  <a:lnTo>
                    <a:pt x="0" y="3606"/>
                  </a:lnTo>
                  <a:lnTo>
                    <a:pt x="3606" y="3606"/>
                  </a:lnTo>
                  <a:lnTo>
                    <a:pt x="3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a:extLst>
                <a:ext uri="{FF2B5EF4-FFF2-40B4-BE49-F238E27FC236}">
                  <a16:creationId xmlns:a16="http://schemas.microsoft.com/office/drawing/2014/main" id="{F99AE1AB-7EDE-2F22-9BEF-C9024B2E7B8A}"/>
                </a:ext>
              </a:extLst>
            </p:cNvPr>
            <p:cNvSpPr/>
            <p:nvPr/>
          </p:nvSpPr>
          <p:spPr>
            <a:xfrm>
              <a:off x="1013449" y="4425466"/>
              <a:ext cx="60656" cy="120335"/>
            </a:xfrm>
            <a:custGeom>
              <a:avLst/>
              <a:gdLst/>
              <a:ahLst/>
              <a:cxnLst/>
              <a:rect l="l" t="t" r="r" b="b"/>
              <a:pathLst>
                <a:path w="3665" h="7271" extrusionOk="0">
                  <a:moveTo>
                    <a:pt x="0" y="0"/>
                  </a:moveTo>
                  <a:lnTo>
                    <a:pt x="0" y="7271"/>
                  </a:lnTo>
                  <a:lnTo>
                    <a:pt x="3664" y="7271"/>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a:extLst>
                <a:ext uri="{FF2B5EF4-FFF2-40B4-BE49-F238E27FC236}">
                  <a16:creationId xmlns:a16="http://schemas.microsoft.com/office/drawing/2014/main" id="{8AD0E0A4-D7C6-BFF6-3582-E2931FD1B9ED}"/>
                </a:ext>
              </a:extLst>
            </p:cNvPr>
            <p:cNvSpPr/>
            <p:nvPr/>
          </p:nvSpPr>
          <p:spPr>
            <a:xfrm>
              <a:off x="1074092" y="4545791"/>
              <a:ext cx="59696" cy="120335"/>
            </a:xfrm>
            <a:custGeom>
              <a:avLst/>
              <a:gdLst/>
              <a:ahLst/>
              <a:cxnLst/>
              <a:rect l="l" t="t" r="r" b="b"/>
              <a:pathLst>
                <a:path w="3607" h="7271" extrusionOk="0">
                  <a:moveTo>
                    <a:pt x="0" y="1"/>
                  </a:moveTo>
                  <a:lnTo>
                    <a:pt x="0" y="7271"/>
                  </a:lnTo>
                  <a:lnTo>
                    <a:pt x="3607" y="7271"/>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a:extLst>
                <a:ext uri="{FF2B5EF4-FFF2-40B4-BE49-F238E27FC236}">
                  <a16:creationId xmlns:a16="http://schemas.microsoft.com/office/drawing/2014/main" id="{CD4FF5C9-4F76-99FA-959E-7EB9ACF7D770}"/>
                </a:ext>
              </a:extLst>
            </p:cNvPr>
            <p:cNvSpPr/>
            <p:nvPr/>
          </p:nvSpPr>
          <p:spPr>
            <a:xfrm>
              <a:off x="1133774" y="4666116"/>
              <a:ext cx="120335" cy="60656"/>
            </a:xfrm>
            <a:custGeom>
              <a:avLst/>
              <a:gdLst/>
              <a:ahLst/>
              <a:cxnLst/>
              <a:rect l="l" t="t" r="r" b="b"/>
              <a:pathLst>
                <a:path w="7271" h="3665" extrusionOk="0">
                  <a:moveTo>
                    <a:pt x="1" y="1"/>
                  </a:moveTo>
                  <a:lnTo>
                    <a:pt x="1" y="3665"/>
                  </a:lnTo>
                  <a:lnTo>
                    <a:pt x="7271" y="3665"/>
                  </a:lnTo>
                  <a:lnTo>
                    <a:pt x="7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a:extLst>
                <a:ext uri="{FF2B5EF4-FFF2-40B4-BE49-F238E27FC236}">
                  <a16:creationId xmlns:a16="http://schemas.microsoft.com/office/drawing/2014/main" id="{B1CDB4CC-84E2-7A16-3038-FA83290002EF}"/>
                </a:ext>
              </a:extLst>
            </p:cNvPr>
            <p:cNvSpPr/>
            <p:nvPr/>
          </p:nvSpPr>
          <p:spPr>
            <a:xfrm>
              <a:off x="1194417" y="4425466"/>
              <a:ext cx="59696" cy="120335"/>
            </a:xfrm>
            <a:custGeom>
              <a:avLst/>
              <a:gdLst/>
              <a:ahLst/>
              <a:cxnLst/>
              <a:rect l="l" t="t" r="r" b="b"/>
              <a:pathLst>
                <a:path w="3607" h="7271" extrusionOk="0">
                  <a:moveTo>
                    <a:pt x="1" y="0"/>
                  </a:moveTo>
                  <a:lnTo>
                    <a:pt x="1" y="7271"/>
                  </a:lnTo>
                  <a:lnTo>
                    <a:pt x="3607" y="7271"/>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a:extLst>
                <a:ext uri="{FF2B5EF4-FFF2-40B4-BE49-F238E27FC236}">
                  <a16:creationId xmlns:a16="http://schemas.microsoft.com/office/drawing/2014/main" id="{AA9706FC-EA3A-B1F3-8521-0BD1F494DA67}"/>
                </a:ext>
              </a:extLst>
            </p:cNvPr>
            <p:cNvSpPr/>
            <p:nvPr/>
          </p:nvSpPr>
          <p:spPr>
            <a:xfrm>
              <a:off x="1254099" y="4545791"/>
              <a:ext cx="60656" cy="120335"/>
            </a:xfrm>
            <a:custGeom>
              <a:avLst/>
              <a:gdLst/>
              <a:ahLst/>
              <a:cxnLst/>
              <a:rect l="l" t="t" r="r" b="b"/>
              <a:pathLst>
                <a:path w="3665" h="7271" extrusionOk="0">
                  <a:moveTo>
                    <a:pt x="1" y="1"/>
                  </a:moveTo>
                  <a:lnTo>
                    <a:pt x="1" y="7271"/>
                  </a:lnTo>
                  <a:lnTo>
                    <a:pt x="3665" y="7271"/>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2">
              <a:extLst>
                <a:ext uri="{FF2B5EF4-FFF2-40B4-BE49-F238E27FC236}">
                  <a16:creationId xmlns:a16="http://schemas.microsoft.com/office/drawing/2014/main" id="{8459719B-4E11-3651-2DB7-1F747DE55A21}"/>
                </a:ext>
              </a:extLst>
            </p:cNvPr>
            <p:cNvSpPr/>
            <p:nvPr/>
          </p:nvSpPr>
          <p:spPr>
            <a:xfrm>
              <a:off x="893124" y="4425466"/>
              <a:ext cx="60656" cy="60656"/>
            </a:xfrm>
            <a:custGeom>
              <a:avLst/>
              <a:gdLst/>
              <a:ahLst/>
              <a:cxnLst/>
              <a:rect l="l" t="t" r="r" b="b"/>
              <a:pathLst>
                <a:path w="3665" h="3665" extrusionOk="0">
                  <a:moveTo>
                    <a:pt x="0" y="0"/>
                  </a:moveTo>
                  <a:lnTo>
                    <a:pt x="0" y="3665"/>
                  </a:lnTo>
                  <a:lnTo>
                    <a:pt x="3664" y="3665"/>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2">
              <a:extLst>
                <a:ext uri="{FF2B5EF4-FFF2-40B4-BE49-F238E27FC236}">
                  <a16:creationId xmlns:a16="http://schemas.microsoft.com/office/drawing/2014/main" id="{40C1B9AF-89EA-71AA-76CB-90175DB0C55C}"/>
                </a:ext>
              </a:extLst>
            </p:cNvPr>
            <p:cNvSpPr/>
            <p:nvPr/>
          </p:nvSpPr>
          <p:spPr>
            <a:xfrm>
              <a:off x="833425" y="4486108"/>
              <a:ext cx="59712" cy="59696"/>
            </a:xfrm>
            <a:custGeom>
              <a:avLst/>
              <a:gdLst/>
              <a:ahLst/>
              <a:cxnLst/>
              <a:rect l="l" t="t" r="r" b="b"/>
              <a:pathLst>
                <a:path w="3608" h="3607" extrusionOk="0">
                  <a:moveTo>
                    <a:pt x="1" y="1"/>
                  </a:moveTo>
                  <a:lnTo>
                    <a:pt x="1" y="3607"/>
                  </a:lnTo>
                  <a:lnTo>
                    <a:pt x="3607" y="3607"/>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32">
            <a:extLst>
              <a:ext uri="{FF2B5EF4-FFF2-40B4-BE49-F238E27FC236}">
                <a16:creationId xmlns:a16="http://schemas.microsoft.com/office/drawing/2014/main" id="{2A1E7456-C87C-D434-CB09-52F28FAFBBF2}"/>
              </a:ext>
            </a:extLst>
          </p:cNvPr>
          <p:cNvGrpSpPr/>
          <p:nvPr/>
        </p:nvGrpSpPr>
        <p:grpSpPr>
          <a:xfrm>
            <a:off x="2192175" y="1611263"/>
            <a:ext cx="223897" cy="223875"/>
            <a:chOff x="5557700" y="413400"/>
            <a:chExt cx="223897" cy="223875"/>
          </a:xfrm>
        </p:grpSpPr>
        <p:sp>
          <p:nvSpPr>
            <p:cNvPr id="676" name="Google Shape;676;p32">
              <a:extLst>
                <a:ext uri="{FF2B5EF4-FFF2-40B4-BE49-F238E27FC236}">
                  <a16:creationId xmlns:a16="http://schemas.microsoft.com/office/drawing/2014/main" id="{07CBD54D-49F2-0392-2D5B-860DD3D21B0F}"/>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2">
              <a:extLst>
                <a:ext uri="{FF2B5EF4-FFF2-40B4-BE49-F238E27FC236}">
                  <a16:creationId xmlns:a16="http://schemas.microsoft.com/office/drawing/2014/main" id="{1F4A595C-F42A-C660-3611-EC21959B0C73}"/>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a:extLst>
                <a:ext uri="{FF2B5EF4-FFF2-40B4-BE49-F238E27FC236}">
                  <a16:creationId xmlns:a16="http://schemas.microsoft.com/office/drawing/2014/main" id="{AE136FD0-938F-C88B-BE37-1068323D70A1}"/>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9" name="Google Shape;679;p32">
            <a:extLst>
              <a:ext uri="{FF2B5EF4-FFF2-40B4-BE49-F238E27FC236}">
                <a16:creationId xmlns:a16="http://schemas.microsoft.com/office/drawing/2014/main" id="{B3D770CE-49F5-7069-595C-5922176143AB}"/>
              </a:ext>
            </a:extLst>
          </p:cNvPr>
          <p:cNvSpPr/>
          <p:nvPr/>
        </p:nvSpPr>
        <p:spPr>
          <a:xfrm>
            <a:off x="3787643" y="1397108"/>
            <a:ext cx="1506065" cy="554875"/>
          </a:xfrm>
          <a:prstGeom prst="rect">
            <a:avLst/>
          </a:prstGeom>
        </p:spPr>
        <p:txBody>
          <a:bodyPr>
            <a:prstTxWarp prst="textPlain">
              <a:avLst/>
            </a:prstTxWarp>
          </a:bodyPr>
          <a:lstStyle/>
          <a:p>
            <a:pPr lvl="0" algn="ctr"/>
            <a:r>
              <a:rPr b="0" i="0" dirty="0">
                <a:ln w="19050" cap="flat" cmpd="sng">
                  <a:solidFill>
                    <a:schemeClr val="accent1"/>
                  </a:solidFill>
                  <a:prstDash val="solid"/>
                  <a:round/>
                  <a:headEnd type="none" w="sm" len="sm"/>
                  <a:tailEnd type="none" w="sm" len="sm"/>
                </a:ln>
                <a:noFill/>
                <a:latin typeface="Press Start 2P"/>
              </a:rPr>
              <a:t>[</a:t>
            </a:r>
            <a:r>
              <a:rPr lang="en-US" dirty="0">
                <a:ln w="19050" cap="flat" cmpd="sng">
                  <a:solidFill>
                    <a:schemeClr val="accent1"/>
                  </a:solidFill>
                  <a:prstDash val="solid"/>
                  <a:round/>
                  <a:headEnd type="none" w="sm" len="sm"/>
                  <a:tailEnd type="none" w="sm" len="sm"/>
                </a:ln>
                <a:noFill/>
                <a:latin typeface="Press Start 2P"/>
              </a:rPr>
              <a:t>3</a:t>
            </a:r>
            <a:r>
              <a:rPr b="0" i="0" dirty="0">
                <a:ln w="19050" cap="flat" cmpd="sng">
                  <a:solidFill>
                    <a:schemeClr val="accent1"/>
                  </a:solidFill>
                  <a:prstDash val="solid"/>
                  <a:round/>
                  <a:headEnd type="none" w="sm" len="sm"/>
                  <a:tailEnd type="none" w="sm" len="sm"/>
                </a:ln>
                <a:noFill/>
                <a:latin typeface="Press Start 2P"/>
              </a:rPr>
              <a:t>]</a:t>
            </a:r>
          </a:p>
        </p:txBody>
      </p:sp>
      <p:grpSp>
        <p:nvGrpSpPr>
          <p:cNvPr id="704" name="Google Shape;704;p32">
            <a:extLst>
              <a:ext uri="{FF2B5EF4-FFF2-40B4-BE49-F238E27FC236}">
                <a16:creationId xmlns:a16="http://schemas.microsoft.com/office/drawing/2014/main" id="{6A74889F-0B87-1146-2DF4-1DC0F13A9ECC}"/>
              </a:ext>
            </a:extLst>
          </p:cNvPr>
          <p:cNvGrpSpPr/>
          <p:nvPr/>
        </p:nvGrpSpPr>
        <p:grpSpPr>
          <a:xfrm>
            <a:off x="6048619" y="539398"/>
            <a:ext cx="353419" cy="353419"/>
            <a:chOff x="713100" y="539400"/>
            <a:chExt cx="446575" cy="446575"/>
          </a:xfrm>
        </p:grpSpPr>
        <p:sp>
          <p:nvSpPr>
            <p:cNvPr id="705" name="Google Shape;705;p32">
              <a:extLst>
                <a:ext uri="{FF2B5EF4-FFF2-40B4-BE49-F238E27FC236}">
                  <a16:creationId xmlns:a16="http://schemas.microsoft.com/office/drawing/2014/main" id="{E7DE8096-2D92-FA86-B1E0-F6BA41A212E9}"/>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2">
              <a:extLst>
                <a:ext uri="{FF2B5EF4-FFF2-40B4-BE49-F238E27FC236}">
                  <a16:creationId xmlns:a16="http://schemas.microsoft.com/office/drawing/2014/main" id="{4AD291CC-7625-9095-BA7A-319601D22CB9}"/>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descr="SAVE Point | TS!Underswap Wiki | Fandom">
            <a:extLst>
              <a:ext uri="{FF2B5EF4-FFF2-40B4-BE49-F238E27FC236}">
                <a16:creationId xmlns:a16="http://schemas.microsoft.com/office/drawing/2014/main" id="{F3A4066F-9439-0812-4327-DEDA5A1BA5D4}"/>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3775456" y="2774029"/>
            <a:ext cx="647672" cy="68375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05C29981-2AFB-F5C5-38A2-405798F13187}"/>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4"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364962621"/>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869">
          <a:extLst>
            <a:ext uri="{FF2B5EF4-FFF2-40B4-BE49-F238E27FC236}">
              <a16:creationId xmlns:a16="http://schemas.microsoft.com/office/drawing/2014/main" id="{FF2788B1-A18A-B5B2-CFBA-DC597F5F776B}"/>
            </a:ext>
          </a:extLst>
        </p:cNvPr>
        <p:cNvGrpSpPr/>
        <p:nvPr/>
      </p:nvGrpSpPr>
      <p:grpSpPr>
        <a:xfrm>
          <a:off x="0" y="0"/>
          <a:ext cx="0" cy="0"/>
          <a:chOff x="0" y="0"/>
          <a:chExt cx="0" cy="0"/>
        </a:xfrm>
      </p:grpSpPr>
      <p:sp>
        <p:nvSpPr>
          <p:cNvPr id="870" name="Google Shape;870;p37">
            <a:extLst>
              <a:ext uri="{FF2B5EF4-FFF2-40B4-BE49-F238E27FC236}">
                <a16:creationId xmlns:a16="http://schemas.microsoft.com/office/drawing/2014/main" id="{A675FAF4-1CA8-4FAE-E73D-C3AF97072A5C}"/>
              </a:ext>
            </a:extLst>
          </p:cNvPr>
          <p:cNvSpPr/>
          <p:nvPr/>
        </p:nvSpPr>
        <p:spPr>
          <a:xfrm>
            <a:off x="3852672" y="-4761"/>
            <a:ext cx="5291327" cy="544338"/>
          </a:xfrm>
          <a:prstGeom prst="rect">
            <a:avLst/>
          </a:prstGeom>
          <a:solidFill>
            <a:schemeClr val="dk1"/>
          </a:solid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2" name="Google Shape;872;p37">
            <a:extLst>
              <a:ext uri="{FF2B5EF4-FFF2-40B4-BE49-F238E27FC236}">
                <a16:creationId xmlns:a16="http://schemas.microsoft.com/office/drawing/2014/main" id="{F4A86265-2425-36B2-9132-9BA52F3B1C98}"/>
              </a:ext>
            </a:extLst>
          </p:cNvPr>
          <p:cNvSpPr/>
          <p:nvPr/>
        </p:nvSpPr>
        <p:spPr>
          <a:xfrm>
            <a:off x="3966437" y="109728"/>
            <a:ext cx="4977097" cy="340727"/>
          </a:xfrm>
          <a:prstGeom prst="rect">
            <a:avLst/>
          </a:prstGeom>
        </p:spPr>
        <p:txBody>
          <a:bodyPr>
            <a:prstTxWarp prst="textPlain">
              <a:avLst/>
            </a:prstTxWarp>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w="19050" cap="flat" cmpd="sng">
                  <a:solidFill>
                    <a:srgbClr val="AD84C6"/>
                  </a:solidFill>
                  <a:prstDash val="solid"/>
                  <a:round/>
                  <a:headEnd type="none" w="sm" len="sm"/>
                  <a:tailEnd type="none" w="sm" len="sm"/>
                </a:ln>
                <a:solidFill>
                  <a:schemeClr val="accent5"/>
                </a:solidFill>
                <a:effectLst/>
                <a:uLnTx/>
                <a:uFillTx/>
                <a:latin typeface="Press Start 2P"/>
                <a:cs typeface="Arial"/>
                <a:sym typeface="Arial"/>
              </a:rPr>
              <a:t>FINAL DEMO VIDEO</a:t>
            </a:r>
            <a:r>
              <a:rPr kumimoji="0" sz="1400" b="0" i="0" u="none" strike="noStrike" kern="0" cap="none" spc="0" normalizeH="0" baseline="0" noProof="0" dirty="0">
                <a:ln w="19050" cap="flat" cmpd="sng">
                  <a:solidFill>
                    <a:srgbClr val="AD84C6"/>
                  </a:solidFill>
                  <a:prstDash val="solid"/>
                  <a:round/>
                  <a:headEnd type="none" w="sm" len="sm"/>
                  <a:tailEnd type="none" w="sm" len="sm"/>
                </a:ln>
                <a:solidFill>
                  <a:schemeClr val="accent5"/>
                </a:solidFill>
                <a:effectLst/>
                <a:uLnTx/>
                <a:uFillTx/>
                <a:latin typeface="Press Start 2P"/>
                <a:cs typeface="Arial"/>
                <a:sym typeface="Arial"/>
              </a:rPr>
              <a:t>_</a:t>
            </a:r>
          </a:p>
        </p:txBody>
      </p:sp>
      <p:grpSp>
        <p:nvGrpSpPr>
          <p:cNvPr id="873" name="Google Shape;873;p37">
            <a:extLst>
              <a:ext uri="{FF2B5EF4-FFF2-40B4-BE49-F238E27FC236}">
                <a16:creationId xmlns:a16="http://schemas.microsoft.com/office/drawing/2014/main" id="{8AEAB954-4114-AC4F-71D2-47D02669EB39}"/>
              </a:ext>
            </a:extLst>
          </p:cNvPr>
          <p:cNvGrpSpPr/>
          <p:nvPr/>
        </p:nvGrpSpPr>
        <p:grpSpPr>
          <a:xfrm>
            <a:off x="7409451" y="3882426"/>
            <a:ext cx="357857" cy="330623"/>
            <a:chOff x="713100" y="539400"/>
            <a:chExt cx="446575" cy="446575"/>
          </a:xfrm>
        </p:grpSpPr>
        <p:sp>
          <p:nvSpPr>
            <p:cNvPr id="874" name="Google Shape;874;p37">
              <a:extLst>
                <a:ext uri="{FF2B5EF4-FFF2-40B4-BE49-F238E27FC236}">
                  <a16:creationId xmlns:a16="http://schemas.microsoft.com/office/drawing/2014/main" id="{3486484D-D786-659C-E730-C15C13A4AECE}"/>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5" name="Google Shape;875;p37">
              <a:extLst>
                <a:ext uri="{FF2B5EF4-FFF2-40B4-BE49-F238E27FC236}">
                  <a16:creationId xmlns:a16="http://schemas.microsoft.com/office/drawing/2014/main" id="{35C379A8-36BA-9169-F5E1-00BC908B383C}"/>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76" name="Google Shape;876;p37">
            <a:extLst>
              <a:ext uri="{FF2B5EF4-FFF2-40B4-BE49-F238E27FC236}">
                <a16:creationId xmlns:a16="http://schemas.microsoft.com/office/drawing/2014/main" id="{8452E1D3-F698-C841-CC62-371A816910E4}"/>
              </a:ext>
            </a:extLst>
          </p:cNvPr>
          <p:cNvGrpSpPr/>
          <p:nvPr/>
        </p:nvGrpSpPr>
        <p:grpSpPr>
          <a:xfrm>
            <a:off x="1221750" y="947548"/>
            <a:ext cx="226709" cy="209435"/>
            <a:chOff x="5557700" y="413400"/>
            <a:chExt cx="223897" cy="223875"/>
          </a:xfrm>
        </p:grpSpPr>
        <p:sp>
          <p:nvSpPr>
            <p:cNvPr id="877" name="Google Shape;877;p37">
              <a:extLst>
                <a:ext uri="{FF2B5EF4-FFF2-40B4-BE49-F238E27FC236}">
                  <a16:creationId xmlns:a16="http://schemas.microsoft.com/office/drawing/2014/main" id="{7B077CAE-3AF6-A84B-75BE-3BC10F0E75C5}"/>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8" name="Google Shape;878;p37">
              <a:extLst>
                <a:ext uri="{FF2B5EF4-FFF2-40B4-BE49-F238E27FC236}">
                  <a16:creationId xmlns:a16="http://schemas.microsoft.com/office/drawing/2014/main" id="{E2738F18-1A30-93B6-2151-56AC64BFC3EB}"/>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9" name="Google Shape;879;p37">
              <a:extLst>
                <a:ext uri="{FF2B5EF4-FFF2-40B4-BE49-F238E27FC236}">
                  <a16:creationId xmlns:a16="http://schemas.microsoft.com/office/drawing/2014/main" id="{828AB661-5016-2DEA-331D-77E65BE2E976}"/>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86" name="Google Shape;886;p37">
            <a:extLst>
              <a:ext uri="{FF2B5EF4-FFF2-40B4-BE49-F238E27FC236}">
                <a16:creationId xmlns:a16="http://schemas.microsoft.com/office/drawing/2014/main" id="{C76AD5B8-5589-2D97-3FE5-4E501F84DFAC}"/>
              </a:ext>
            </a:extLst>
          </p:cNvPr>
          <p:cNvGrpSpPr/>
          <p:nvPr/>
        </p:nvGrpSpPr>
        <p:grpSpPr>
          <a:xfrm>
            <a:off x="1049601" y="3663482"/>
            <a:ext cx="562250" cy="519091"/>
            <a:chOff x="3537650" y="2571750"/>
            <a:chExt cx="1340600" cy="1339325"/>
          </a:xfrm>
        </p:grpSpPr>
        <p:sp>
          <p:nvSpPr>
            <p:cNvPr id="887" name="Google Shape;887;p37">
              <a:extLst>
                <a:ext uri="{FF2B5EF4-FFF2-40B4-BE49-F238E27FC236}">
                  <a16:creationId xmlns:a16="http://schemas.microsoft.com/office/drawing/2014/main" id="{3C04416E-AEAA-1CB1-FA73-FC225F8F4453}"/>
                </a:ext>
              </a:extLst>
            </p:cNvPr>
            <p:cNvSpPr/>
            <p:nvPr/>
          </p:nvSpPr>
          <p:spPr>
            <a:xfrm>
              <a:off x="4698800" y="3195900"/>
              <a:ext cx="89725" cy="89725"/>
            </a:xfrm>
            <a:custGeom>
              <a:avLst/>
              <a:gdLst/>
              <a:ahLst/>
              <a:cxnLst/>
              <a:rect l="l" t="t" r="r" b="b"/>
              <a:pathLst>
                <a:path w="3589" h="3589" extrusionOk="0">
                  <a:moveTo>
                    <a:pt x="0" y="0"/>
                  </a:moveTo>
                  <a:lnTo>
                    <a:pt x="0"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8" name="Google Shape;888;p37">
              <a:extLst>
                <a:ext uri="{FF2B5EF4-FFF2-40B4-BE49-F238E27FC236}">
                  <a16:creationId xmlns:a16="http://schemas.microsoft.com/office/drawing/2014/main" id="{247F5356-608A-7A12-8439-CB60081E359A}"/>
                </a:ext>
              </a:extLst>
            </p:cNvPr>
            <p:cNvSpPr/>
            <p:nvPr/>
          </p:nvSpPr>
          <p:spPr>
            <a:xfrm>
              <a:off x="4609075" y="3553475"/>
              <a:ext cx="89750" cy="178175"/>
            </a:xfrm>
            <a:custGeom>
              <a:avLst/>
              <a:gdLst/>
              <a:ahLst/>
              <a:cxnLst/>
              <a:rect l="l" t="t" r="r" b="b"/>
              <a:pathLst>
                <a:path w="3590" h="7127" extrusionOk="0">
                  <a:moveTo>
                    <a:pt x="1" y="0"/>
                  </a:moveTo>
                  <a:lnTo>
                    <a:pt x="1" y="3589"/>
                  </a:lnTo>
                  <a:lnTo>
                    <a:pt x="1" y="7126"/>
                  </a:lnTo>
                  <a:lnTo>
                    <a:pt x="3589" y="7126"/>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9" name="Google Shape;889;p37">
              <a:extLst>
                <a:ext uri="{FF2B5EF4-FFF2-40B4-BE49-F238E27FC236}">
                  <a16:creationId xmlns:a16="http://schemas.microsoft.com/office/drawing/2014/main" id="{F1FD5990-4815-598E-B7BA-CCDA4B70BC82}"/>
                </a:ext>
              </a:extLst>
            </p:cNvPr>
            <p:cNvSpPr/>
            <p:nvPr/>
          </p:nvSpPr>
          <p:spPr>
            <a:xfrm>
              <a:off x="4609075" y="3285600"/>
              <a:ext cx="89750" cy="89750"/>
            </a:xfrm>
            <a:custGeom>
              <a:avLst/>
              <a:gdLst/>
              <a:ahLst/>
              <a:cxnLst/>
              <a:rect l="l" t="t" r="r" b="b"/>
              <a:pathLst>
                <a:path w="3590" h="3590" extrusionOk="0">
                  <a:moveTo>
                    <a:pt x="1" y="1"/>
                  </a:moveTo>
                  <a:lnTo>
                    <a:pt x="1" y="3590"/>
                  </a:lnTo>
                  <a:lnTo>
                    <a:pt x="3589" y="3590"/>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0" name="Google Shape;890;p37">
              <a:extLst>
                <a:ext uri="{FF2B5EF4-FFF2-40B4-BE49-F238E27FC236}">
                  <a16:creationId xmlns:a16="http://schemas.microsoft.com/office/drawing/2014/main" id="{8C911E59-6F40-040F-65EE-B06CC6E3B478}"/>
                </a:ext>
              </a:extLst>
            </p:cNvPr>
            <p:cNvSpPr/>
            <p:nvPr/>
          </p:nvSpPr>
          <p:spPr>
            <a:xfrm>
              <a:off x="4520650" y="3731625"/>
              <a:ext cx="267875" cy="179450"/>
            </a:xfrm>
            <a:custGeom>
              <a:avLst/>
              <a:gdLst/>
              <a:ahLst/>
              <a:cxnLst/>
              <a:rect l="l" t="t" r="r" b="b"/>
              <a:pathLst>
                <a:path w="10715" h="7178" extrusionOk="0">
                  <a:moveTo>
                    <a:pt x="7126" y="0"/>
                  </a:moveTo>
                  <a:lnTo>
                    <a:pt x="7126" y="3589"/>
                  </a:lnTo>
                  <a:lnTo>
                    <a:pt x="0" y="3589"/>
                  </a:lnTo>
                  <a:lnTo>
                    <a:pt x="0" y="7177"/>
                  </a:lnTo>
                  <a:lnTo>
                    <a:pt x="10715" y="7177"/>
                  </a:lnTo>
                  <a:lnTo>
                    <a:pt x="10715" y="3589"/>
                  </a:lnTo>
                  <a:lnTo>
                    <a:pt x="1071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1" name="Google Shape;891;p37">
              <a:extLst>
                <a:ext uri="{FF2B5EF4-FFF2-40B4-BE49-F238E27FC236}">
                  <a16:creationId xmlns:a16="http://schemas.microsoft.com/office/drawing/2014/main" id="{E710626C-6B14-3AE6-BE38-8454670B72F2}"/>
                </a:ext>
              </a:extLst>
            </p:cNvPr>
            <p:cNvSpPr/>
            <p:nvPr/>
          </p:nvSpPr>
          <p:spPr>
            <a:xfrm>
              <a:off x="4430925" y="3017750"/>
              <a:ext cx="446012" cy="89750"/>
            </a:xfrm>
            <a:custGeom>
              <a:avLst/>
              <a:gdLst/>
              <a:ahLst/>
              <a:cxnLst/>
              <a:rect l="l" t="t" r="r" b="b"/>
              <a:pathLst>
                <a:path w="14253" h="3590" extrusionOk="0">
                  <a:moveTo>
                    <a:pt x="1" y="1"/>
                  </a:moveTo>
                  <a:lnTo>
                    <a:pt x="1" y="3589"/>
                  </a:lnTo>
                  <a:lnTo>
                    <a:pt x="14252" y="3589"/>
                  </a:lnTo>
                  <a:lnTo>
                    <a:pt x="1425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2" name="Google Shape;892;p37">
              <a:extLst>
                <a:ext uri="{FF2B5EF4-FFF2-40B4-BE49-F238E27FC236}">
                  <a16:creationId xmlns:a16="http://schemas.microsoft.com/office/drawing/2014/main" id="{5FDACB8E-3239-4977-56E3-7990F69CBFC7}"/>
                </a:ext>
              </a:extLst>
            </p:cNvPr>
            <p:cNvSpPr/>
            <p:nvPr/>
          </p:nvSpPr>
          <p:spPr>
            <a:xfrm>
              <a:off x="4788500" y="3017750"/>
              <a:ext cx="89750" cy="178175"/>
            </a:xfrm>
            <a:custGeom>
              <a:avLst/>
              <a:gdLst/>
              <a:ahLst/>
              <a:cxnLst/>
              <a:rect l="l" t="t" r="r" b="b"/>
              <a:pathLst>
                <a:path w="3590" h="7127" extrusionOk="0">
                  <a:moveTo>
                    <a:pt x="1" y="1"/>
                  </a:moveTo>
                  <a:lnTo>
                    <a:pt x="1" y="3589"/>
                  </a:lnTo>
                  <a:lnTo>
                    <a:pt x="1" y="7126"/>
                  </a:lnTo>
                  <a:lnTo>
                    <a:pt x="3589" y="7126"/>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3" name="Google Shape;893;p37">
              <a:extLst>
                <a:ext uri="{FF2B5EF4-FFF2-40B4-BE49-F238E27FC236}">
                  <a16:creationId xmlns:a16="http://schemas.microsoft.com/office/drawing/2014/main" id="{EA8A0CEE-C09A-B671-A61C-E4E6302CDD2F}"/>
                </a:ext>
              </a:extLst>
            </p:cNvPr>
            <p:cNvSpPr/>
            <p:nvPr/>
          </p:nvSpPr>
          <p:spPr>
            <a:xfrm>
              <a:off x="4341225" y="3731625"/>
              <a:ext cx="179450" cy="89725"/>
            </a:xfrm>
            <a:custGeom>
              <a:avLst/>
              <a:gdLst/>
              <a:ahLst/>
              <a:cxnLst/>
              <a:rect l="l" t="t" r="r" b="b"/>
              <a:pathLst>
                <a:path w="7178" h="3589" extrusionOk="0">
                  <a:moveTo>
                    <a:pt x="0" y="0"/>
                  </a:moveTo>
                  <a:lnTo>
                    <a:pt x="0" y="3589"/>
                  </a:lnTo>
                  <a:lnTo>
                    <a:pt x="7177" y="3589"/>
                  </a:lnTo>
                  <a:lnTo>
                    <a:pt x="717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4" name="Google Shape;894;p37">
              <a:extLst>
                <a:ext uri="{FF2B5EF4-FFF2-40B4-BE49-F238E27FC236}">
                  <a16:creationId xmlns:a16="http://schemas.microsoft.com/office/drawing/2014/main" id="{3A0F8271-2EED-0A0E-F8A1-45884269C707}"/>
                </a:ext>
              </a:extLst>
            </p:cNvPr>
            <p:cNvSpPr/>
            <p:nvPr/>
          </p:nvSpPr>
          <p:spPr>
            <a:xfrm>
              <a:off x="4341225" y="2839600"/>
              <a:ext cx="89725" cy="178175"/>
            </a:xfrm>
            <a:custGeom>
              <a:avLst/>
              <a:gdLst/>
              <a:ahLst/>
              <a:cxnLst/>
              <a:rect l="l" t="t" r="r" b="b"/>
              <a:pathLst>
                <a:path w="3589" h="7127" extrusionOk="0">
                  <a:moveTo>
                    <a:pt x="0" y="1"/>
                  </a:moveTo>
                  <a:lnTo>
                    <a:pt x="0" y="3538"/>
                  </a:lnTo>
                  <a:lnTo>
                    <a:pt x="0" y="7127"/>
                  </a:lnTo>
                  <a:lnTo>
                    <a:pt x="3589" y="7127"/>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5" name="Google Shape;895;p37">
              <a:extLst>
                <a:ext uri="{FF2B5EF4-FFF2-40B4-BE49-F238E27FC236}">
                  <a16:creationId xmlns:a16="http://schemas.microsoft.com/office/drawing/2014/main" id="{A227C67B-47FC-B9F8-DBD4-2743081D585E}"/>
                </a:ext>
              </a:extLst>
            </p:cNvPr>
            <p:cNvSpPr/>
            <p:nvPr/>
          </p:nvSpPr>
          <p:spPr>
            <a:xfrm>
              <a:off x="4252775" y="3643175"/>
              <a:ext cx="88475" cy="88475"/>
            </a:xfrm>
            <a:custGeom>
              <a:avLst/>
              <a:gdLst/>
              <a:ahLst/>
              <a:cxnLst/>
              <a:rect l="l" t="t" r="r" b="b"/>
              <a:pathLst>
                <a:path w="3539" h="3539" extrusionOk="0">
                  <a:moveTo>
                    <a:pt x="1" y="1"/>
                  </a:moveTo>
                  <a:lnTo>
                    <a:pt x="1" y="3538"/>
                  </a:lnTo>
                  <a:lnTo>
                    <a:pt x="3538" y="3538"/>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6" name="Google Shape;896;p37">
              <a:extLst>
                <a:ext uri="{FF2B5EF4-FFF2-40B4-BE49-F238E27FC236}">
                  <a16:creationId xmlns:a16="http://schemas.microsoft.com/office/drawing/2014/main" id="{16663E62-8F85-BD28-F1B4-77CA49E15C9F}"/>
                </a:ext>
              </a:extLst>
            </p:cNvPr>
            <p:cNvSpPr/>
            <p:nvPr/>
          </p:nvSpPr>
          <p:spPr>
            <a:xfrm>
              <a:off x="4251500" y="2660175"/>
              <a:ext cx="89750" cy="179450"/>
            </a:xfrm>
            <a:custGeom>
              <a:avLst/>
              <a:gdLst/>
              <a:ahLst/>
              <a:cxnLst/>
              <a:rect l="l" t="t" r="r" b="b"/>
              <a:pathLst>
                <a:path w="3590" h="7178" extrusionOk="0">
                  <a:moveTo>
                    <a:pt x="1" y="1"/>
                  </a:moveTo>
                  <a:lnTo>
                    <a:pt x="1" y="3589"/>
                  </a:lnTo>
                  <a:lnTo>
                    <a:pt x="1" y="7178"/>
                  </a:lnTo>
                  <a:lnTo>
                    <a:pt x="3589" y="7178"/>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7" name="Google Shape;897;p37">
              <a:extLst>
                <a:ext uri="{FF2B5EF4-FFF2-40B4-BE49-F238E27FC236}">
                  <a16:creationId xmlns:a16="http://schemas.microsoft.com/office/drawing/2014/main" id="{26A37F9B-5287-FFC2-B53C-0B7436F14D71}"/>
                </a:ext>
              </a:extLst>
            </p:cNvPr>
            <p:cNvSpPr/>
            <p:nvPr/>
          </p:nvSpPr>
          <p:spPr>
            <a:xfrm>
              <a:off x="4163075" y="3553475"/>
              <a:ext cx="89725" cy="89725"/>
            </a:xfrm>
            <a:custGeom>
              <a:avLst/>
              <a:gdLst/>
              <a:ahLst/>
              <a:cxnLst/>
              <a:rect l="l" t="t" r="r" b="b"/>
              <a:pathLst>
                <a:path w="3589" h="3589" extrusionOk="0">
                  <a:moveTo>
                    <a:pt x="0" y="0"/>
                  </a:moveTo>
                  <a:lnTo>
                    <a:pt x="0"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8" name="Google Shape;898;p37">
              <a:extLst>
                <a:ext uri="{FF2B5EF4-FFF2-40B4-BE49-F238E27FC236}">
                  <a16:creationId xmlns:a16="http://schemas.microsoft.com/office/drawing/2014/main" id="{C41981DA-CC7F-EE62-A7A1-4FE38458B6FB}"/>
                </a:ext>
              </a:extLst>
            </p:cNvPr>
            <p:cNvSpPr/>
            <p:nvPr/>
          </p:nvSpPr>
          <p:spPr>
            <a:xfrm>
              <a:off x="4163075" y="2571750"/>
              <a:ext cx="88450" cy="88450"/>
            </a:xfrm>
            <a:custGeom>
              <a:avLst/>
              <a:gdLst/>
              <a:ahLst/>
              <a:cxnLst/>
              <a:rect l="l" t="t" r="r" b="b"/>
              <a:pathLst>
                <a:path w="3538" h="3538" extrusionOk="0">
                  <a:moveTo>
                    <a:pt x="0" y="1"/>
                  </a:moveTo>
                  <a:lnTo>
                    <a:pt x="0" y="3538"/>
                  </a:lnTo>
                  <a:lnTo>
                    <a:pt x="3538" y="3538"/>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9" name="Google Shape;899;p37">
              <a:extLst>
                <a:ext uri="{FF2B5EF4-FFF2-40B4-BE49-F238E27FC236}">
                  <a16:creationId xmlns:a16="http://schemas.microsoft.com/office/drawing/2014/main" id="{29941D4E-4F3A-BD6A-DA68-DAD724DBC477}"/>
                </a:ext>
              </a:extLst>
            </p:cNvPr>
            <p:cNvSpPr/>
            <p:nvPr/>
          </p:nvSpPr>
          <p:spPr>
            <a:xfrm>
              <a:off x="4073350" y="3643175"/>
              <a:ext cx="89750" cy="88475"/>
            </a:xfrm>
            <a:custGeom>
              <a:avLst/>
              <a:gdLst/>
              <a:ahLst/>
              <a:cxnLst/>
              <a:rect l="l" t="t" r="r" b="b"/>
              <a:pathLst>
                <a:path w="3590" h="3539" extrusionOk="0">
                  <a:moveTo>
                    <a:pt x="1" y="1"/>
                  </a:moveTo>
                  <a:lnTo>
                    <a:pt x="1" y="3538"/>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0" name="Google Shape;900;p37">
              <a:extLst>
                <a:ext uri="{FF2B5EF4-FFF2-40B4-BE49-F238E27FC236}">
                  <a16:creationId xmlns:a16="http://schemas.microsoft.com/office/drawing/2014/main" id="{229D2246-4AFA-4C72-BEAE-303C5E006A8B}"/>
                </a:ext>
              </a:extLst>
            </p:cNvPr>
            <p:cNvSpPr/>
            <p:nvPr/>
          </p:nvSpPr>
          <p:spPr>
            <a:xfrm>
              <a:off x="4073350" y="2660175"/>
              <a:ext cx="89750" cy="179450"/>
            </a:xfrm>
            <a:custGeom>
              <a:avLst/>
              <a:gdLst/>
              <a:ahLst/>
              <a:cxnLst/>
              <a:rect l="l" t="t" r="r" b="b"/>
              <a:pathLst>
                <a:path w="3590" h="7178" extrusionOk="0">
                  <a:moveTo>
                    <a:pt x="1" y="1"/>
                  </a:moveTo>
                  <a:lnTo>
                    <a:pt x="1" y="3589"/>
                  </a:lnTo>
                  <a:lnTo>
                    <a:pt x="1" y="7178"/>
                  </a:lnTo>
                  <a:lnTo>
                    <a:pt x="3589" y="7178"/>
                  </a:lnTo>
                  <a:lnTo>
                    <a:pt x="3589" y="3589"/>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1" name="Google Shape;901;p37">
              <a:extLst>
                <a:ext uri="{FF2B5EF4-FFF2-40B4-BE49-F238E27FC236}">
                  <a16:creationId xmlns:a16="http://schemas.microsoft.com/office/drawing/2014/main" id="{AD190853-419A-8652-E975-6729A49E2811}"/>
                </a:ext>
              </a:extLst>
            </p:cNvPr>
            <p:cNvSpPr/>
            <p:nvPr/>
          </p:nvSpPr>
          <p:spPr>
            <a:xfrm>
              <a:off x="3983650" y="2839600"/>
              <a:ext cx="89725" cy="178175"/>
            </a:xfrm>
            <a:custGeom>
              <a:avLst/>
              <a:gdLst/>
              <a:ahLst/>
              <a:cxnLst/>
              <a:rect l="l" t="t" r="r" b="b"/>
              <a:pathLst>
                <a:path w="3589" h="7127" extrusionOk="0">
                  <a:moveTo>
                    <a:pt x="0" y="1"/>
                  </a:moveTo>
                  <a:lnTo>
                    <a:pt x="0" y="3538"/>
                  </a:lnTo>
                  <a:lnTo>
                    <a:pt x="0" y="7127"/>
                  </a:lnTo>
                  <a:lnTo>
                    <a:pt x="3589" y="7127"/>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2" name="Google Shape;902;p37">
              <a:extLst>
                <a:ext uri="{FF2B5EF4-FFF2-40B4-BE49-F238E27FC236}">
                  <a16:creationId xmlns:a16="http://schemas.microsoft.com/office/drawing/2014/main" id="{5D481682-BF73-D2B2-40F5-D31811968E47}"/>
                </a:ext>
              </a:extLst>
            </p:cNvPr>
            <p:cNvSpPr/>
            <p:nvPr/>
          </p:nvSpPr>
          <p:spPr>
            <a:xfrm>
              <a:off x="3895225" y="3731625"/>
              <a:ext cx="178150" cy="89725"/>
            </a:xfrm>
            <a:custGeom>
              <a:avLst/>
              <a:gdLst/>
              <a:ahLst/>
              <a:cxnLst/>
              <a:rect l="l" t="t" r="r" b="b"/>
              <a:pathLst>
                <a:path w="7126" h="3589" extrusionOk="0">
                  <a:moveTo>
                    <a:pt x="0" y="0"/>
                  </a:moveTo>
                  <a:lnTo>
                    <a:pt x="0" y="3589"/>
                  </a:lnTo>
                  <a:lnTo>
                    <a:pt x="7126" y="3589"/>
                  </a:lnTo>
                  <a:lnTo>
                    <a:pt x="712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3" name="Google Shape;903;p37">
              <a:extLst>
                <a:ext uri="{FF2B5EF4-FFF2-40B4-BE49-F238E27FC236}">
                  <a16:creationId xmlns:a16="http://schemas.microsoft.com/office/drawing/2014/main" id="{331E5EDB-2C3F-179C-2019-CA5B1CD2E2EC}"/>
                </a:ext>
              </a:extLst>
            </p:cNvPr>
            <p:cNvSpPr/>
            <p:nvPr/>
          </p:nvSpPr>
          <p:spPr>
            <a:xfrm>
              <a:off x="3805500" y="3375325"/>
              <a:ext cx="179450" cy="178175"/>
            </a:xfrm>
            <a:custGeom>
              <a:avLst/>
              <a:gdLst/>
              <a:ahLst/>
              <a:cxnLst/>
              <a:rect l="l" t="t" r="r" b="b"/>
              <a:pathLst>
                <a:path w="7178" h="7127" extrusionOk="0">
                  <a:moveTo>
                    <a:pt x="1" y="1"/>
                  </a:moveTo>
                  <a:lnTo>
                    <a:pt x="1" y="3538"/>
                  </a:lnTo>
                  <a:lnTo>
                    <a:pt x="1" y="7126"/>
                  </a:lnTo>
                  <a:lnTo>
                    <a:pt x="7178" y="7126"/>
                  </a:lnTo>
                  <a:lnTo>
                    <a:pt x="7178" y="3538"/>
                  </a:lnTo>
                  <a:lnTo>
                    <a:pt x="3589" y="3538"/>
                  </a:lnTo>
                  <a:lnTo>
                    <a:pt x="358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4" name="Google Shape;904;p37">
              <a:extLst>
                <a:ext uri="{FF2B5EF4-FFF2-40B4-BE49-F238E27FC236}">
                  <a16:creationId xmlns:a16="http://schemas.microsoft.com/office/drawing/2014/main" id="{6E0E2FBD-FAAA-4369-B170-F9080200D9AB}"/>
                </a:ext>
              </a:extLst>
            </p:cNvPr>
            <p:cNvSpPr/>
            <p:nvPr/>
          </p:nvSpPr>
          <p:spPr>
            <a:xfrm>
              <a:off x="3717075" y="3553475"/>
              <a:ext cx="88450" cy="178175"/>
            </a:xfrm>
            <a:custGeom>
              <a:avLst/>
              <a:gdLst/>
              <a:ahLst/>
              <a:cxnLst/>
              <a:rect l="l" t="t" r="r" b="b"/>
              <a:pathLst>
                <a:path w="3538" h="7127" extrusionOk="0">
                  <a:moveTo>
                    <a:pt x="0" y="0"/>
                  </a:moveTo>
                  <a:lnTo>
                    <a:pt x="0" y="3589"/>
                  </a:lnTo>
                  <a:lnTo>
                    <a:pt x="0" y="7126"/>
                  </a:lnTo>
                  <a:lnTo>
                    <a:pt x="3538" y="7126"/>
                  </a:lnTo>
                  <a:lnTo>
                    <a:pt x="3538" y="3589"/>
                  </a:lnTo>
                  <a:lnTo>
                    <a:pt x="353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5" name="Google Shape;905;p37">
              <a:extLst>
                <a:ext uri="{FF2B5EF4-FFF2-40B4-BE49-F238E27FC236}">
                  <a16:creationId xmlns:a16="http://schemas.microsoft.com/office/drawing/2014/main" id="{EF60CFF8-5163-06FB-4345-B120EEF8A424}"/>
                </a:ext>
              </a:extLst>
            </p:cNvPr>
            <p:cNvSpPr/>
            <p:nvPr/>
          </p:nvSpPr>
          <p:spPr>
            <a:xfrm>
              <a:off x="3717075" y="3285600"/>
              <a:ext cx="88450" cy="89750"/>
            </a:xfrm>
            <a:custGeom>
              <a:avLst/>
              <a:gdLst/>
              <a:ahLst/>
              <a:cxnLst/>
              <a:rect l="l" t="t" r="r" b="b"/>
              <a:pathLst>
                <a:path w="3538" h="3590" extrusionOk="0">
                  <a:moveTo>
                    <a:pt x="0" y="1"/>
                  </a:moveTo>
                  <a:lnTo>
                    <a:pt x="0" y="3590"/>
                  </a:lnTo>
                  <a:lnTo>
                    <a:pt x="3538" y="3590"/>
                  </a:lnTo>
                  <a:lnTo>
                    <a:pt x="353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6" name="Google Shape;906;p37">
              <a:extLst>
                <a:ext uri="{FF2B5EF4-FFF2-40B4-BE49-F238E27FC236}">
                  <a16:creationId xmlns:a16="http://schemas.microsoft.com/office/drawing/2014/main" id="{A5A359A5-F2AD-637B-DC1F-CCF244341C81}"/>
                </a:ext>
              </a:extLst>
            </p:cNvPr>
            <p:cNvSpPr/>
            <p:nvPr/>
          </p:nvSpPr>
          <p:spPr>
            <a:xfrm>
              <a:off x="3627350" y="3731625"/>
              <a:ext cx="267900" cy="179450"/>
            </a:xfrm>
            <a:custGeom>
              <a:avLst/>
              <a:gdLst/>
              <a:ahLst/>
              <a:cxnLst/>
              <a:rect l="l" t="t" r="r" b="b"/>
              <a:pathLst>
                <a:path w="10716" h="7178" extrusionOk="0">
                  <a:moveTo>
                    <a:pt x="1" y="0"/>
                  </a:moveTo>
                  <a:lnTo>
                    <a:pt x="1" y="3589"/>
                  </a:lnTo>
                  <a:lnTo>
                    <a:pt x="1" y="7177"/>
                  </a:lnTo>
                  <a:lnTo>
                    <a:pt x="10715" y="7177"/>
                  </a:lnTo>
                  <a:lnTo>
                    <a:pt x="10715"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7" name="Google Shape;907;p37">
              <a:extLst>
                <a:ext uri="{FF2B5EF4-FFF2-40B4-BE49-F238E27FC236}">
                  <a16:creationId xmlns:a16="http://schemas.microsoft.com/office/drawing/2014/main" id="{1924DF27-18B4-B00F-3F9A-17EDDB9CFDDC}"/>
                </a:ext>
              </a:extLst>
            </p:cNvPr>
            <p:cNvSpPr/>
            <p:nvPr/>
          </p:nvSpPr>
          <p:spPr>
            <a:xfrm>
              <a:off x="3627350" y="3195900"/>
              <a:ext cx="89750" cy="89725"/>
            </a:xfrm>
            <a:custGeom>
              <a:avLst/>
              <a:gdLst/>
              <a:ahLst/>
              <a:cxnLst/>
              <a:rect l="l" t="t" r="r" b="b"/>
              <a:pathLst>
                <a:path w="3590" h="3589" extrusionOk="0">
                  <a:moveTo>
                    <a:pt x="1" y="0"/>
                  </a:moveTo>
                  <a:lnTo>
                    <a:pt x="1" y="3589"/>
                  </a:lnTo>
                  <a:lnTo>
                    <a:pt x="3589" y="3589"/>
                  </a:lnTo>
                  <a:lnTo>
                    <a:pt x="358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8" name="Google Shape;908;p37">
              <a:extLst>
                <a:ext uri="{FF2B5EF4-FFF2-40B4-BE49-F238E27FC236}">
                  <a16:creationId xmlns:a16="http://schemas.microsoft.com/office/drawing/2014/main" id="{D4BFB731-33E0-4B08-CABF-D6B7492BC002}"/>
                </a:ext>
              </a:extLst>
            </p:cNvPr>
            <p:cNvSpPr/>
            <p:nvPr/>
          </p:nvSpPr>
          <p:spPr>
            <a:xfrm>
              <a:off x="3626075" y="2660175"/>
              <a:ext cx="1161175" cy="1161175"/>
            </a:xfrm>
            <a:custGeom>
              <a:avLst/>
              <a:gdLst/>
              <a:ahLst/>
              <a:cxnLst/>
              <a:rect l="l" t="t" r="r" b="b"/>
              <a:pathLst>
                <a:path w="46447" h="46447" extrusionOk="0">
                  <a:moveTo>
                    <a:pt x="21480" y="1"/>
                  </a:moveTo>
                  <a:lnTo>
                    <a:pt x="21480" y="3589"/>
                  </a:lnTo>
                  <a:lnTo>
                    <a:pt x="21480" y="7178"/>
                  </a:lnTo>
                  <a:lnTo>
                    <a:pt x="17892" y="7178"/>
                  </a:lnTo>
                  <a:lnTo>
                    <a:pt x="17892" y="10715"/>
                  </a:lnTo>
                  <a:lnTo>
                    <a:pt x="17892" y="14304"/>
                  </a:lnTo>
                  <a:lnTo>
                    <a:pt x="14303" y="14304"/>
                  </a:lnTo>
                  <a:lnTo>
                    <a:pt x="14303" y="17892"/>
                  </a:lnTo>
                  <a:lnTo>
                    <a:pt x="0" y="17892"/>
                  </a:lnTo>
                  <a:lnTo>
                    <a:pt x="0" y="21429"/>
                  </a:lnTo>
                  <a:lnTo>
                    <a:pt x="3640" y="21429"/>
                  </a:lnTo>
                  <a:lnTo>
                    <a:pt x="3640" y="25018"/>
                  </a:lnTo>
                  <a:lnTo>
                    <a:pt x="7178" y="25018"/>
                  </a:lnTo>
                  <a:lnTo>
                    <a:pt x="7178" y="28607"/>
                  </a:lnTo>
                  <a:lnTo>
                    <a:pt x="10766" y="28607"/>
                  </a:lnTo>
                  <a:lnTo>
                    <a:pt x="10766" y="32144"/>
                  </a:lnTo>
                  <a:lnTo>
                    <a:pt x="14355" y="32144"/>
                  </a:lnTo>
                  <a:lnTo>
                    <a:pt x="14355" y="35732"/>
                  </a:lnTo>
                  <a:lnTo>
                    <a:pt x="7178" y="35732"/>
                  </a:lnTo>
                  <a:lnTo>
                    <a:pt x="7178" y="39321"/>
                  </a:lnTo>
                  <a:lnTo>
                    <a:pt x="7178" y="42858"/>
                  </a:lnTo>
                  <a:lnTo>
                    <a:pt x="3640" y="42858"/>
                  </a:lnTo>
                  <a:lnTo>
                    <a:pt x="3640" y="46447"/>
                  </a:lnTo>
                  <a:lnTo>
                    <a:pt x="10766" y="46447"/>
                  </a:lnTo>
                  <a:lnTo>
                    <a:pt x="10766" y="42858"/>
                  </a:lnTo>
                  <a:lnTo>
                    <a:pt x="17892" y="42858"/>
                  </a:lnTo>
                  <a:lnTo>
                    <a:pt x="17892" y="39321"/>
                  </a:lnTo>
                  <a:lnTo>
                    <a:pt x="21480" y="39321"/>
                  </a:lnTo>
                  <a:lnTo>
                    <a:pt x="21480" y="35732"/>
                  </a:lnTo>
                  <a:lnTo>
                    <a:pt x="25069" y="35732"/>
                  </a:lnTo>
                  <a:lnTo>
                    <a:pt x="25069" y="39321"/>
                  </a:lnTo>
                  <a:lnTo>
                    <a:pt x="28606" y="39321"/>
                  </a:lnTo>
                  <a:lnTo>
                    <a:pt x="28606" y="42858"/>
                  </a:lnTo>
                  <a:lnTo>
                    <a:pt x="35783" y="42858"/>
                  </a:lnTo>
                  <a:lnTo>
                    <a:pt x="35783" y="46447"/>
                  </a:lnTo>
                  <a:lnTo>
                    <a:pt x="42909" y="46447"/>
                  </a:lnTo>
                  <a:lnTo>
                    <a:pt x="42909" y="42858"/>
                  </a:lnTo>
                  <a:lnTo>
                    <a:pt x="39321" y="42858"/>
                  </a:lnTo>
                  <a:lnTo>
                    <a:pt x="39321" y="39321"/>
                  </a:lnTo>
                  <a:lnTo>
                    <a:pt x="39321" y="35732"/>
                  </a:lnTo>
                  <a:lnTo>
                    <a:pt x="39321" y="32144"/>
                  </a:lnTo>
                  <a:lnTo>
                    <a:pt x="39321" y="28607"/>
                  </a:lnTo>
                  <a:lnTo>
                    <a:pt x="39321" y="25018"/>
                  </a:lnTo>
                  <a:lnTo>
                    <a:pt x="42909" y="25018"/>
                  </a:lnTo>
                  <a:lnTo>
                    <a:pt x="42909" y="21429"/>
                  </a:lnTo>
                  <a:lnTo>
                    <a:pt x="46446" y="21429"/>
                  </a:lnTo>
                  <a:lnTo>
                    <a:pt x="46446" y="17892"/>
                  </a:lnTo>
                  <a:lnTo>
                    <a:pt x="32195" y="17892"/>
                  </a:lnTo>
                  <a:lnTo>
                    <a:pt x="32195" y="14304"/>
                  </a:lnTo>
                  <a:lnTo>
                    <a:pt x="28606" y="14304"/>
                  </a:lnTo>
                  <a:lnTo>
                    <a:pt x="28606" y="10715"/>
                  </a:lnTo>
                  <a:lnTo>
                    <a:pt x="28606" y="7178"/>
                  </a:lnTo>
                  <a:lnTo>
                    <a:pt x="25018" y="7178"/>
                  </a:lnTo>
                  <a:lnTo>
                    <a:pt x="25018" y="3589"/>
                  </a:lnTo>
                  <a:lnTo>
                    <a:pt x="25018" y="1"/>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9" name="Google Shape;909;p37">
              <a:extLst>
                <a:ext uri="{FF2B5EF4-FFF2-40B4-BE49-F238E27FC236}">
                  <a16:creationId xmlns:a16="http://schemas.microsoft.com/office/drawing/2014/main" id="{4E1B9846-FFCE-99E4-5128-DD95A005D813}"/>
                </a:ext>
              </a:extLst>
            </p:cNvPr>
            <p:cNvSpPr/>
            <p:nvPr/>
          </p:nvSpPr>
          <p:spPr>
            <a:xfrm>
              <a:off x="3537650" y="3017750"/>
              <a:ext cx="446025" cy="178175"/>
            </a:xfrm>
            <a:custGeom>
              <a:avLst/>
              <a:gdLst/>
              <a:ahLst/>
              <a:cxnLst/>
              <a:rect l="l" t="t" r="r" b="b"/>
              <a:pathLst>
                <a:path w="17841" h="7127" extrusionOk="0">
                  <a:moveTo>
                    <a:pt x="0" y="1"/>
                  </a:moveTo>
                  <a:lnTo>
                    <a:pt x="0" y="3589"/>
                  </a:lnTo>
                  <a:lnTo>
                    <a:pt x="0" y="7126"/>
                  </a:lnTo>
                  <a:lnTo>
                    <a:pt x="3537" y="7126"/>
                  </a:lnTo>
                  <a:lnTo>
                    <a:pt x="3537" y="3589"/>
                  </a:lnTo>
                  <a:lnTo>
                    <a:pt x="17840" y="3589"/>
                  </a:lnTo>
                  <a:lnTo>
                    <a:pt x="1784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 name="Text Placeholder 2">
            <a:extLst>
              <a:ext uri="{FF2B5EF4-FFF2-40B4-BE49-F238E27FC236}">
                <a16:creationId xmlns:a16="http://schemas.microsoft.com/office/drawing/2014/main" id="{30529112-EB77-CCA4-F15C-329F09D641DB}"/>
              </a:ext>
            </a:extLst>
          </p:cNvPr>
          <p:cNvSpPr txBox="1">
            <a:spLocks/>
          </p:cNvSpPr>
          <p:nvPr/>
        </p:nvSpPr>
        <p:spPr>
          <a:xfrm>
            <a:off x="-600437" y="-23817"/>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2" name="Online Media 1" title="INFILTR8 Demo #6 - Final Build. All feedback finished + All OS Support + Password Reset Key">
            <a:hlinkClick r:id="" action="ppaction://media"/>
            <a:extLst>
              <a:ext uri="{FF2B5EF4-FFF2-40B4-BE49-F238E27FC236}">
                <a16:creationId xmlns:a16="http://schemas.microsoft.com/office/drawing/2014/main" id="{1A5D7CC7-AD96-FD4A-69C6-25EE7A37CF28}"/>
              </a:ext>
            </a:extLst>
          </p:cNvPr>
          <p:cNvPicPr>
            <a:picLocks noRot="1" noChangeAspect="1"/>
          </p:cNvPicPr>
          <p:nvPr>
            <a:videoFile r:link="rId1"/>
          </p:nvPr>
        </p:nvPicPr>
        <p:blipFill>
          <a:blip r:embed="rId6"/>
          <a:stretch>
            <a:fillRect/>
          </a:stretch>
        </p:blipFill>
        <p:spPr>
          <a:xfrm>
            <a:off x="1019858" y="565560"/>
            <a:ext cx="7104283" cy="4013579"/>
          </a:xfrm>
          <a:prstGeom prst="rect">
            <a:avLst/>
          </a:prstGeom>
        </p:spPr>
      </p:pic>
      <p:sp>
        <p:nvSpPr>
          <p:cNvPr id="3" name="TextBox 2">
            <a:extLst>
              <a:ext uri="{FF2B5EF4-FFF2-40B4-BE49-F238E27FC236}">
                <a16:creationId xmlns:a16="http://schemas.microsoft.com/office/drawing/2014/main" id="{E3F4E66F-6CA0-0FAF-EAD9-B3DFC86DE553}"/>
              </a:ext>
            </a:extLst>
          </p:cNvPr>
          <p:cNvSpPr txBox="1"/>
          <p:nvPr/>
        </p:nvSpPr>
        <p:spPr>
          <a:xfrm>
            <a:off x="-3418" y="4842397"/>
            <a:ext cx="9207488" cy="307777"/>
          </a:xfrm>
          <a:prstGeom prst="rect">
            <a:avLst/>
          </a:prstGeom>
          <a:solidFill>
            <a:schemeClr val="tx1"/>
          </a:solidFill>
        </p:spPr>
        <p:txBody>
          <a:bodyPr wrap="square">
            <a:spAutoFit/>
          </a:bodyPr>
          <a:lstStyle/>
          <a:p>
            <a:pPr algn="ctr"/>
            <a:r>
              <a:rPr lang="en-US" b="1" i="1" u="sng" dirty="0">
                <a:solidFill>
                  <a:schemeClr val="bg1"/>
                </a:solidFill>
                <a:latin typeface="Press Start 2P"/>
                <a:sym typeface="Press Start 2P"/>
              </a:rPr>
              <a:t>NOTE:</a:t>
            </a:r>
            <a:r>
              <a:rPr kumimoji="0" lang="en-US" b="0" i="0" u="none" strike="noStrike" kern="0" cap="none" spc="0" normalizeH="0" baseline="0" noProof="0" dirty="0">
                <a:ln>
                  <a:noFill/>
                </a:ln>
                <a:solidFill>
                  <a:srgbClr val="0F6FC6"/>
                </a:solidFill>
                <a:effectLst/>
                <a:uLnTx/>
                <a:uFillTx/>
                <a:latin typeface="Press Start 2P"/>
                <a:sym typeface="Press Start 2P"/>
              </a:rPr>
              <a:t> </a:t>
            </a:r>
            <a:r>
              <a:rPr lang="en-US" dirty="0">
                <a:solidFill>
                  <a:srgbClr val="0F6FC6"/>
                </a:solidFill>
                <a:latin typeface="Press Start 2P"/>
                <a:sym typeface="Press Start 2P"/>
              </a:rPr>
              <a:t>This Demo Video is 25 Minutes Long!</a:t>
            </a:r>
            <a:endParaRPr kumimoji="0" lang="en-US" b="0" i="0" u="none" strike="noStrike" kern="0" cap="none" spc="0" normalizeH="0" baseline="0" noProof="0" dirty="0">
              <a:ln>
                <a:noFill/>
              </a:ln>
              <a:solidFill>
                <a:srgbClr val="0F6FC6"/>
              </a:solidFill>
              <a:effectLst/>
              <a:uLnTx/>
              <a:uFillTx/>
              <a:latin typeface="Press Start 2P"/>
              <a:sym typeface="Press Start 2P"/>
            </a:endParaRPr>
          </a:p>
        </p:txBody>
      </p:sp>
    </p:spTree>
    <p:extLst>
      <p:ext uri="{BB962C8B-B14F-4D97-AF65-F5344CB8AC3E}">
        <p14:creationId xmlns:p14="http://schemas.microsoft.com/office/powerpoint/2010/main" val="4175275935"/>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6">
          <a:extLst>
            <a:ext uri="{FF2B5EF4-FFF2-40B4-BE49-F238E27FC236}">
              <a16:creationId xmlns:a16="http://schemas.microsoft.com/office/drawing/2014/main" id="{C203BABF-69D4-AB9E-60B3-41E99E190839}"/>
            </a:ext>
          </a:extLst>
        </p:cNvPr>
        <p:cNvGrpSpPr/>
        <p:nvPr/>
      </p:nvGrpSpPr>
      <p:grpSpPr>
        <a:xfrm>
          <a:off x="0" y="0"/>
          <a:ext cx="0" cy="0"/>
          <a:chOff x="0" y="0"/>
          <a:chExt cx="0" cy="0"/>
        </a:xfrm>
      </p:grpSpPr>
      <p:sp>
        <p:nvSpPr>
          <p:cNvPr id="2629" name="Google Shape;2629;p41">
            <a:extLst>
              <a:ext uri="{FF2B5EF4-FFF2-40B4-BE49-F238E27FC236}">
                <a16:creationId xmlns:a16="http://schemas.microsoft.com/office/drawing/2014/main" id="{8824842F-7895-3974-98D7-E6AB15069E39}"/>
              </a:ext>
            </a:extLst>
          </p:cNvPr>
          <p:cNvSpPr/>
          <p:nvPr/>
        </p:nvSpPr>
        <p:spPr>
          <a:xfrm>
            <a:off x="800099" y="1351570"/>
            <a:ext cx="694800" cy="69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7" name="Google Shape;2607;p41">
            <a:extLst>
              <a:ext uri="{FF2B5EF4-FFF2-40B4-BE49-F238E27FC236}">
                <a16:creationId xmlns:a16="http://schemas.microsoft.com/office/drawing/2014/main" id="{C247E6F4-7B75-2666-841C-CB36D3834FD0}"/>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9" name="Google Shape;2609;p41">
            <a:extLst>
              <a:ext uri="{FF2B5EF4-FFF2-40B4-BE49-F238E27FC236}">
                <a16:creationId xmlns:a16="http://schemas.microsoft.com/office/drawing/2014/main" id="{DABE0E25-A90A-AC7D-6690-C1E7935DE03D}"/>
              </a:ext>
            </a:extLst>
          </p:cNvPr>
          <p:cNvSpPr txBox="1">
            <a:spLocks noGrp="1"/>
          </p:cNvSpPr>
          <p:nvPr>
            <p:ph type="title"/>
          </p:nvPr>
        </p:nvSpPr>
        <p:spPr>
          <a:xfrm>
            <a:off x="713100" y="539400"/>
            <a:ext cx="7717800" cy="37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bg1"/>
                </a:solidFill>
              </a:rPr>
              <a:t>TEAM GITHUB </a:t>
            </a:r>
            <a:r>
              <a:rPr lang="en" sz="2000" dirty="0"/>
              <a:t>&amp; DOCUMENTATION_</a:t>
            </a:r>
            <a:endParaRPr sz="2000" dirty="0"/>
          </a:p>
        </p:txBody>
      </p:sp>
      <p:sp>
        <p:nvSpPr>
          <p:cNvPr id="2610" name="Google Shape;2610;p41">
            <a:extLst>
              <a:ext uri="{FF2B5EF4-FFF2-40B4-BE49-F238E27FC236}">
                <a16:creationId xmlns:a16="http://schemas.microsoft.com/office/drawing/2014/main" id="{F44114E5-6E83-C2E3-6565-846FFD32B821}"/>
              </a:ext>
            </a:extLst>
          </p:cNvPr>
          <p:cNvSpPr txBox="1">
            <a:spLocks noGrp="1"/>
          </p:cNvSpPr>
          <p:nvPr>
            <p:ph type="subTitle" idx="1"/>
          </p:nvPr>
        </p:nvSpPr>
        <p:spPr>
          <a:xfrm>
            <a:off x="713100" y="2580096"/>
            <a:ext cx="4830900" cy="10551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sz="1200" dirty="0">
                <a:solidFill>
                  <a:schemeClr val="bg1"/>
                </a:solidFill>
              </a:rPr>
              <a:t>Access already granted to DEVCOM at start of semester, where all previous code milestones are available.</a:t>
            </a:r>
          </a:p>
          <a:p>
            <a:pPr marL="0" lvl="0" indent="0" algn="l" rtl="0">
              <a:spcBef>
                <a:spcPts val="0"/>
              </a:spcBef>
              <a:spcAft>
                <a:spcPts val="0"/>
              </a:spcAft>
            </a:pPr>
            <a:endParaRPr lang="en" sz="1200" dirty="0">
              <a:solidFill>
                <a:schemeClr val="accent2"/>
              </a:solidFill>
            </a:endParaRPr>
          </a:p>
          <a:p>
            <a:pPr marL="285750" lvl="0" indent="-285750" algn="l" rtl="0">
              <a:spcBef>
                <a:spcPts val="0"/>
              </a:spcBef>
              <a:spcAft>
                <a:spcPts val="0"/>
              </a:spcAft>
              <a:buFont typeface="Arial" panose="020B0604020202020204" pitchFamily="34" charset="0"/>
              <a:buChar char="•"/>
            </a:pPr>
            <a:r>
              <a:rPr lang="en-US" sz="1200" dirty="0">
                <a:solidFill>
                  <a:schemeClr val="accent5"/>
                </a:solidFill>
                <a:hlinkClick r:id="rId3">
                  <a:extLst>
                    <a:ext uri="{A12FA001-AC4F-418D-AE19-62706E023703}">
                      <ahyp:hlinkClr xmlns:ahyp="http://schemas.microsoft.com/office/drawing/2018/hyperlinkcolor" val="tx"/>
                    </a:ext>
                  </a:extLst>
                </a:hlinkClick>
              </a:rPr>
              <a:t>https://github.com/Azaze7/CS4311_INFILTR8_6TheNine-Bytes_Fall2024</a:t>
            </a:r>
            <a:endParaRPr lang="en" sz="1200" dirty="0">
              <a:solidFill>
                <a:schemeClr val="accent5"/>
              </a:solidFill>
            </a:endParaRPr>
          </a:p>
          <a:p>
            <a:pPr marL="0" lvl="0" indent="0" algn="l" rtl="0">
              <a:spcBef>
                <a:spcPts val="0"/>
              </a:spcBef>
              <a:spcAft>
                <a:spcPts val="0"/>
              </a:spcAft>
            </a:pPr>
            <a:endParaRPr lang="en" sz="1200" dirty="0">
              <a:solidFill>
                <a:schemeClr val="bg1"/>
              </a:solidFill>
            </a:endParaRPr>
          </a:p>
          <a:p>
            <a:pPr marL="285750" indent="-285750">
              <a:buFont typeface="Arial" panose="020B0604020202020204" pitchFamily="34" charset="0"/>
              <a:buChar char="•"/>
            </a:pPr>
            <a:r>
              <a:rPr lang="en" sz="1200" dirty="0">
                <a:solidFill>
                  <a:schemeClr val="bg1"/>
                </a:solidFill>
              </a:rPr>
              <a:t>To see how INFILTR8 grew into a full project, see </a:t>
            </a:r>
            <a:r>
              <a:rPr lang="en" sz="1200" dirty="0">
                <a:solidFill>
                  <a:schemeClr val="bg1"/>
                </a:solidFill>
                <a:latin typeface="Courier Prime" panose="020B0604020202020204" charset="0"/>
              </a:rPr>
              <a:t>the “</a:t>
            </a:r>
            <a:r>
              <a:rPr lang="en-US" sz="1200" b="1" i="0" dirty="0">
                <a:solidFill>
                  <a:srgbClr val="F0F6FC"/>
                </a:solidFill>
                <a:effectLst/>
                <a:latin typeface="Courier Prime" panose="020B0604020202020204" charset="0"/>
              </a:rPr>
              <a:t>Project Milestones &amp; Video Demonstrations” </a:t>
            </a:r>
            <a:r>
              <a:rPr lang="en-US" sz="1200" i="0" dirty="0">
                <a:solidFill>
                  <a:srgbClr val="F0F6FC"/>
                </a:solidFill>
                <a:effectLst/>
                <a:latin typeface="Courier Prime" panose="020B0604020202020204" charset="0"/>
              </a:rPr>
              <a:t>Section of our GitHub.</a:t>
            </a:r>
          </a:p>
          <a:p>
            <a:pPr marL="285750" lvl="0" indent="-285750" algn="l" rtl="0">
              <a:spcBef>
                <a:spcPts val="0"/>
              </a:spcBef>
              <a:spcAft>
                <a:spcPts val="0"/>
              </a:spcAft>
              <a:buFont typeface="Arial" panose="020B0604020202020204" pitchFamily="34" charset="0"/>
              <a:buChar char="•"/>
            </a:pPr>
            <a:endParaRPr dirty="0">
              <a:solidFill>
                <a:schemeClr val="bg1"/>
              </a:solidFill>
            </a:endParaRPr>
          </a:p>
        </p:txBody>
      </p:sp>
      <p:sp>
        <p:nvSpPr>
          <p:cNvPr id="2611" name="Google Shape;2611;p41">
            <a:extLst>
              <a:ext uri="{FF2B5EF4-FFF2-40B4-BE49-F238E27FC236}">
                <a16:creationId xmlns:a16="http://schemas.microsoft.com/office/drawing/2014/main" id="{FF0C12F3-A7CD-952C-A97C-88974C39411F}"/>
              </a:ext>
            </a:extLst>
          </p:cNvPr>
          <p:cNvSpPr txBox="1">
            <a:spLocks noGrp="1"/>
          </p:cNvSpPr>
          <p:nvPr>
            <p:ph type="subTitle" idx="2"/>
          </p:nvPr>
        </p:nvSpPr>
        <p:spPr>
          <a:xfrm>
            <a:off x="713102" y="2180846"/>
            <a:ext cx="2304600" cy="39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GITHUB</a:t>
            </a:r>
            <a:endParaRPr dirty="0"/>
          </a:p>
        </p:txBody>
      </p:sp>
      <p:sp>
        <p:nvSpPr>
          <p:cNvPr id="2613" name="Google Shape;2613;p41">
            <a:extLst>
              <a:ext uri="{FF2B5EF4-FFF2-40B4-BE49-F238E27FC236}">
                <a16:creationId xmlns:a16="http://schemas.microsoft.com/office/drawing/2014/main" id="{C264D3BB-3D7A-13C1-3024-22E4A025331C}"/>
              </a:ext>
            </a:extLst>
          </p:cNvPr>
          <p:cNvSpPr txBox="1">
            <a:spLocks noGrp="1"/>
          </p:cNvSpPr>
          <p:nvPr>
            <p:ph type="subTitle" idx="5"/>
          </p:nvPr>
        </p:nvSpPr>
        <p:spPr>
          <a:xfrm>
            <a:off x="6296480" y="2574813"/>
            <a:ext cx="2595751" cy="105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pPr>
            <a:r>
              <a:rPr lang="en-US" sz="1200" dirty="0">
                <a:solidFill>
                  <a:schemeClr val="bg1"/>
                </a:solidFill>
              </a:rPr>
              <a:t>Additional Diagrams &amp; Documents were created &amp; are available upon request.</a:t>
            </a:r>
            <a:br>
              <a:rPr lang="en-US" sz="1200" dirty="0">
                <a:solidFill>
                  <a:schemeClr val="bg1"/>
                </a:solidFill>
              </a:rPr>
            </a:br>
            <a:endParaRPr lang="en-US" sz="1200" dirty="0">
              <a:solidFill>
                <a:schemeClr val="bg1"/>
              </a:solidFill>
            </a:endParaRPr>
          </a:p>
          <a:p>
            <a:pPr marL="0" lvl="0" indent="0" rtl="0">
              <a:spcBef>
                <a:spcPts val="0"/>
              </a:spcBef>
              <a:spcAft>
                <a:spcPts val="0"/>
              </a:spcAft>
            </a:pPr>
            <a:r>
              <a:rPr lang="en-US" sz="1200" u="sng" dirty="0"/>
              <a:t>These Include: </a:t>
            </a:r>
          </a:p>
          <a:p>
            <a:pPr marL="171450" indent="-171450">
              <a:buFont typeface="Arial" panose="020B0604020202020204" pitchFamily="34" charset="0"/>
              <a:buChar char="•"/>
            </a:pPr>
            <a:r>
              <a:rPr lang="en-US" sz="1200" dirty="0"/>
              <a:t>Subsystems &amp; Protocols</a:t>
            </a:r>
            <a:endParaRPr lang="en-US" sz="1200" u="sng" dirty="0"/>
          </a:p>
          <a:p>
            <a:pPr marL="171450" indent="-171450">
              <a:buFont typeface="Arial" panose="020B0604020202020204" pitchFamily="34" charset="0"/>
              <a:buChar char="•"/>
            </a:pPr>
            <a:r>
              <a:rPr lang="en-US" sz="1200" dirty="0"/>
              <a:t>Contracts</a:t>
            </a:r>
          </a:p>
          <a:p>
            <a:pPr marL="171450" indent="-171450">
              <a:buFont typeface="Arial" panose="020B0604020202020204" pitchFamily="34" charset="0"/>
              <a:buChar char="•"/>
            </a:pPr>
            <a:r>
              <a:rPr lang="en-US" sz="1200" dirty="0"/>
              <a:t>CRC Cards</a:t>
            </a:r>
          </a:p>
          <a:p>
            <a:pPr marL="171450" lvl="0" indent="-171450" rtl="0">
              <a:spcBef>
                <a:spcPts val="0"/>
              </a:spcBef>
              <a:spcAft>
                <a:spcPts val="0"/>
              </a:spcAft>
              <a:buFont typeface="Arial" panose="020B0604020202020204" pitchFamily="34" charset="0"/>
              <a:buChar char="•"/>
            </a:pPr>
            <a:endParaRPr lang="en-US" sz="1200" dirty="0"/>
          </a:p>
        </p:txBody>
      </p:sp>
      <p:sp>
        <p:nvSpPr>
          <p:cNvPr id="2614" name="Google Shape;2614;p41">
            <a:extLst>
              <a:ext uri="{FF2B5EF4-FFF2-40B4-BE49-F238E27FC236}">
                <a16:creationId xmlns:a16="http://schemas.microsoft.com/office/drawing/2014/main" id="{0E5CDD0D-10BB-E182-7EB3-AB4FA3BA66A1}"/>
              </a:ext>
            </a:extLst>
          </p:cNvPr>
          <p:cNvSpPr txBox="1">
            <a:spLocks noGrp="1"/>
          </p:cNvSpPr>
          <p:nvPr>
            <p:ph type="subTitle" idx="6"/>
          </p:nvPr>
        </p:nvSpPr>
        <p:spPr>
          <a:xfrm>
            <a:off x="5878729" y="2180846"/>
            <a:ext cx="3431251" cy="39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DOCUMENTATION</a:t>
            </a:r>
            <a:endParaRPr sz="1400" dirty="0"/>
          </a:p>
        </p:txBody>
      </p:sp>
      <p:grpSp>
        <p:nvGrpSpPr>
          <p:cNvPr id="2615" name="Google Shape;2615;p41">
            <a:extLst>
              <a:ext uri="{FF2B5EF4-FFF2-40B4-BE49-F238E27FC236}">
                <a16:creationId xmlns:a16="http://schemas.microsoft.com/office/drawing/2014/main" id="{FD5B5984-950E-645B-07E0-F62B42B18770}"/>
              </a:ext>
            </a:extLst>
          </p:cNvPr>
          <p:cNvGrpSpPr/>
          <p:nvPr/>
        </p:nvGrpSpPr>
        <p:grpSpPr>
          <a:xfrm>
            <a:off x="8314946" y="392361"/>
            <a:ext cx="223897" cy="223875"/>
            <a:chOff x="5557700" y="413400"/>
            <a:chExt cx="223897" cy="223875"/>
          </a:xfrm>
        </p:grpSpPr>
        <p:sp>
          <p:nvSpPr>
            <p:cNvPr id="2616" name="Google Shape;2616;p41">
              <a:extLst>
                <a:ext uri="{FF2B5EF4-FFF2-40B4-BE49-F238E27FC236}">
                  <a16:creationId xmlns:a16="http://schemas.microsoft.com/office/drawing/2014/main" id="{235076CB-B1F0-5CFF-8C46-F71B922E021F}"/>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7" name="Google Shape;2617;p41">
              <a:extLst>
                <a:ext uri="{FF2B5EF4-FFF2-40B4-BE49-F238E27FC236}">
                  <a16:creationId xmlns:a16="http://schemas.microsoft.com/office/drawing/2014/main" id="{4D0DE7C2-4616-B20A-3F7D-AED073D34100}"/>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8" name="Google Shape;2618;p41">
              <a:extLst>
                <a:ext uri="{FF2B5EF4-FFF2-40B4-BE49-F238E27FC236}">
                  <a16:creationId xmlns:a16="http://schemas.microsoft.com/office/drawing/2014/main" id="{D2F5DBEB-A83D-AB24-46BA-B4DC56118AF3}"/>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4098" name="Picture 2" descr="Square Github Icon - 8312 - Dryicons">
            <a:extLst>
              <a:ext uri="{FF2B5EF4-FFF2-40B4-BE49-F238E27FC236}">
                <a16:creationId xmlns:a16="http://schemas.microsoft.com/office/drawing/2014/main" id="{67C34A23-1DDC-D50E-0D7F-24AB3679981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88483" y="1240919"/>
            <a:ext cx="916100" cy="916100"/>
          </a:xfrm>
          <a:prstGeom prst="rect">
            <a:avLst/>
          </a:prstGeom>
          <a:noFill/>
          <a:extLst>
            <a:ext uri="{909E8E84-426E-40DD-AFC4-6F175D3DCCD1}">
              <a14:hiddenFill xmlns:a14="http://schemas.microsoft.com/office/drawing/2010/main">
                <a:solidFill>
                  <a:srgbClr val="FFFFFF"/>
                </a:solidFill>
              </a14:hiddenFill>
            </a:ext>
          </a:extLst>
        </p:spPr>
      </p:pic>
      <p:grpSp>
        <p:nvGrpSpPr>
          <p:cNvPr id="2619" name="Google Shape;2619;p41">
            <a:extLst>
              <a:ext uri="{FF2B5EF4-FFF2-40B4-BE49-F238E27FC236}">
                <a16:creationId xmlns:a16="http://schemas.microsoft.com/office/drawing/2014/main" id="{80BB9091-273A-1F7A-2D51-7FDC83899647}"/>
              </a:ext>
            </a:extLst>
          </p:cNvPr>
          <p:cNvGrpSpPr/>
          <p:nvPr/>
        </p:nvGrpSpPr>
        <p:grpSpPr>
          <a:xfrm>
            <a:off x="2244848" y="1751148"/>
            <a:ext cx="223897" cy="223875"/>
            <a:chOff x="5557700" y="413400"/>
            <a:chExt cx="223897" cy="223875"/>
          </a:xfrm>
        </p:grpSpPr>
        <p:sp>
          <p:nvSpPr>
            <p:cNvPr id="2620" name="Google Shape;2620;p41">
              <a:extLst>
                <a:ext uri="{FF2B5EF4-FFF2-40B4-BE49-F238E27FC236}">
                  <a16:creationId xmlns:a16="http://schemas.microsoft.com/office/drawing/2014/main" id="{5007D549-A3FE-CFEB-1BB3-456D9C320F2F}"/>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1" name="Google Shape;2621;p41">
              <a:extLst>
                <a:ext uri="{FF2B5EF4-FFF2-40B4-BE49-F238E27FC236}">
                  <a16:creationId xmlns:a16="http://schemas.microsoft.com/office/drawing/2014/main" id="{5258EF8D-8CFE-CE86-E9B9-6FB642C7DDF0}"/>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2" name="Google Shape;2622;p41">
              <a:extLst>
                <a:ext uri="{FF2B5EF4-FFF2-40B4-BE49-F238E27FC236}">
                  <a16:creationId xmlns:a16="http://schemas.microsoft.com/office/drawing/2014/main" id="{247DD2E7-3CC3-9C49-74E3-5BF5E9ADF887}"/>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31" name="Google Shape;2631;p41">
            <a:extLst>
              <a:ext uri="{FF2B5EF4-FFF2-40B4-BE49-F238E27FC236}">
                <a16:creationId xmlns:a16="http://schemas.microsoft.com/office/drawing/2014/main" id="{5E4622A3-25C5-FEF8-4FC7-7EB8095AA490}"/>
              </a:ext>
            </a:extLst>
          </p:cNvPr>
          <p:cNvSpPr/>
          <p:nvPr/>
        </p:nvSpPr>
        <p:spPr>
          <a:xfrm>
            <a:off x="7290899" y="1351570"/>
            <a:ext cx="694800" cy="69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632" name="Google Shape;2632;p41">
            <a:extLst>
              <a:ext uri="{FF2B5EF4-FFF2-40B4-BE49-F238E27FC236}">
                <a16:creationId xmlns:a16="http://schemas.microsoft.com/office/drawing/2014/main" id="{C9D4B742-34BA-3E3E-CB12-5F170EC7F79C}"/>
              </a:ext>
            </a:extLst>
          </p:cNvPr>
          <p:cNvGrpSpPr/>
          <p:nvPr/>
        </p:nvGrpSpPr>
        <p:grpSpPr>
          <a:xfrm>
            <a:off x="7441450" y="1503513"/>
            <a:ext cx="393678" cy="390913"/>
            <a:chOff x="-63250675" y="3744075"/>
            <a:chExt cx="320350" cy="318100"/>
          </a:xfrm>
        </p:grpSpPr>
        <p:sp>
          <p:nvSpPr>
            <p:cNvPr id="2633" name="Google Shape;2633;p41">
              <a:extLst>
                <a:ext uri="{FF2B5EF4-FFF2-40B4-BE49-F238E27FC236}">
                  <a16:creationId xmlns:a16="http://schemas.microsoft.com/office/drawing/2014/main" id="{C597C727-B28E-ED72-A580-93B894B6377D}"/>
                </a:ext>
              </a:extLst>
            </p:cNvPr>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4" name="Google Shape;2634;p41">
              <a:extLst>
                <a:ext uri="{FF2B5EF4-FFF2-40B4-BE49-F238E27FC236}">
                  <a16:creationId xmlns:a16="http://schemas.microsoft.com/office/drawing/2014/main" id="{C35ED387-F399-CC2D-0135-46B2B31EC2E1}"/>
                </a:ext>
              </a:extLst>
            </p:cNvPr>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5" name="Google Shape;2635;p41">
              <a:extLst>
                <a:ext uri="{FF2B5EF4-FFF2-40B4-BE49-F238E27FC236}">
                  <a16:creationId xmlns:a16="http://schemas.microsoft.com/office/drawing/2014/main" id="{49A8A528-4771-AC90-DAFB-707C2B931A98}"/>
                </a:ext>
              </a:extLst>
            </p:cNvPr>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7" name="TextBox 6">
            <a:extLst>
              <a:ext uri="{FF2B5EF4-FFF2-40B4-BE49-F238E27FC236}">
                <a16:creationId xmlns:a16="http://schemas.microsoft.com/office/drawing/2014/main" id="{8E283DF7-AEA4-DE70-9078-6E1ADDFE3BC4}"/>
              </a:ext>
            </a:extLst>
          </p:cNvPr>
          <p:cNvSpPr txBox="1"/>
          <p:nvPr/>
        </p:nvSpPr>
        <p:spPr>
          <a:xfrm>
            <a:off x="-3418" y="4835723"/>
            <a:ext cx="9144000" cy="307777"/>
          </a:xfrm>
          <a:prstGeom prst="rect">
            <a:avLst/>
          </a:prstGeom>
          <a:noFill/>
        </p:spPr>
        <p:txBody>
          <a:bodyPr wrap="square">
            <a:spAutoFit/>
          </a:bodyPr>
          <a:lstStyle/>
          <a:p>
            <a:pPr algn="ctr"/>
            <a:r>
              <a:rPr kumimoji="0" lang="en-US" b="1" i="1" u="sng" strike="noStrike" kern="0" cap="none" spc="0" normalizeH="0" baseline="0" noProof="0" dirty="0">
                <a:ln>
                  <a:noFill/>
                </a:ln>
                <a:solidFill>
                  <a:schemeClr val="bg1"/>
                </a:solidFill>
                <a:effectLst/>
                <a:uLnTx/>
                <a:uFillTx/>
                <a:latin typeface="Press Start 2P"/>
                <a:sym typeface="Press Start 2P"/>
              </a:rPr>
              <a:t>ALL</a:t>
            </a:r>
            <a:r>
              <a:rPr kumimoji="0" lang="en-US" b="0" i="0" u="none" strike="noStrike" kern="0" cap="none" spc="0" normalizeH="0" baseline="0" noProof="0" dirty="0">
                <a:ln>
                  <a:noFill/>
                </a:ln>
                <a:solidFill>
                  <a:srgbClr val="0F6FC6"/>
                </a:solidFill>
                <a:effectLst/>
                <a:uLnTx/>
                <a:uFillTx/>
                <a:latin typeface="Press Start 2P"/>
                <a:sym typeface="Press Start 2P"/>
              </a:rPr>
              <a:t> Customer Milestones Have Videos Available!!!</a:t>
            </a:r>
          </a:p>
        </p:txBody>
      </p:sp>
      <p:sp>
        <p:nvSpPr>
          <p:cNvPr id="14" name="Text Placeholder 2">
            <a:extLst>
              <a:ext uri="{FF2B5EF4-FFF2-40B4-BE49-F238E27FC236}">
                <a16:creationId xmlns:a16="http://schemas.microsoft.com/office/drawing/2014/main" id="{CEBFDA11-5CF3-F7DA-16A0-8F346A18A3DF}"/>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6"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1838283532"/>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4">
          <a:extLst>
            <a:ext uri="{FF2B5EF4-FFF2-40B4-BE49-F238E27FC236}">
              <a16:creationId xmlns:a16="http://schemas.microsoft.com/office/drawing/2014/main" id="{F0A9A468-5F3B-9B8D-7E41-20CDA33F4782}"/>
            </a:ext>
          </a:extLst>
        </p:cNvPr>
        <p:cNvGrpSpPr/>
        <p:nvPr/>
      </p:nvGrpSpPr>
      <p:grpSpPr>
        <a:xfrm>
          <a:off x="0" y="0"/>
          <a:ext cx="0" cy="0"/>
          <a:chOff x="0" y="0"/>
          <a:chExt cx="0" cy="0"/>
        </a:xfrm>
      </p:grpSpPr>
      <p:sp>
        <p:nvSpPr>
          <p:cNvPr id="635" name="Google Shape;635;p32">
            <a:extLst>
              <a:ext uri="{FF2B5EF4-FFF2-40B4-BE49-F238E27FC236}">
                <a16:creationId xmlns:a16="http://schemas.microsoft.com/office/drawing/2014/main" id="{E9C9690A-96F0-4E18-6EC9-7F538ADB7454}"/>
              </a:ext>
            </a:extLst>
          </p:cNvPr>
          <p:cNvSpPr/>
          <p:nvPr/>
        </p:nvSpPr>
        <p:spPr>
          <a:xfrm>
            <a:off x="3588375" y="1161238"/>
            <a:ext cx="1969500" cy="10191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a:extLst>
              <a:ext uri="{FF2B5EF4-FFF2-40B4-BE49-F238E27FC236}">
                <a16:creationId xmlns:a16="http://schemas.microsoft.com/office/drawing/2014/main" id="{92C658DC-C964-F0B4-6AFA-C8671E9F6AF2}"/>
              </a:ext>
            </a:extLst>
          </p:cNvPr>
          <p:cNvSpPr/>
          <p:nvPr/>
        </p:nvSpPr>
        <p:spPr>
          <a:xfrm>
            <a:off x="713100" y="2457364"/>
            <a:ext cx="7717800" cy="11757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a:extLst>
              <a:ext uri="{FF2B5EF4-FFF2-40B4-BE49-F238E27FC236}">
                <a16:creationId xmlns:a16="http://schemas.microsoft.com/office/drawing/2014/main" id="{CAA81FE7-5E50-2426-4CDD-4EF784DB228A}"/>
              </a:ext>
            </a:extLst>
          </p:cNvPr>
          <p:cNvSpPr txBox="1">
            <a:spLocks noGrp="1"/>
          </p:cNvSpPr>
          <p:nvPr>
            <p:ph type="title"/>
          </p:nvPr>
        </p:nvSpPr>
        <p:spPr>
          <a:xfrm>
            <a:off x="871050" y="2778888"/>
            <a:ext cx="7401900" cy="678900"/>
          </a:xfrm>
          <a:prstGeom prst="rect">
            <a:avLst/>
          </a:prstGeom>
        </p:spPr>
        <p:txBody>
          <a:bodyPr spcFirstLastPara="1" wrap="square" lIns="91425" tIns="91425" rIns="91425" bIns="91425" anchor="ctr" anchorCtr="0">
            <a:noAutofit/>
          </a:bodyPr>
          <a:lstStyle/>
          <a:p>
            <a:r>
              <a:rPr lang="en-US" sz="2800" dirty="0">
                <a:solidFill>
                  <a:schemeClr val="bg1"/>
                </a:solidFill>
              </a:rPr>
              <a:t>TEAM  </a:t>
            </a:r>
            <a:r>
              <a:rPr lang="en-US" sz="2800" dirty="0">
                <a:solidFill>
                  <a:schemeClr val="accent5"/>
                </a:solidFill>
              </a:rPr>
              <a:t>CONCLUSIONS_</a:t>
            </a:r>
            <a:endParaRPr sz="2800" dirty="0">
              <a:solidFill>
                <a:schemeClr val="accent5"/>
              </a:solidFill>
            </a:endParaRPr>
          </a:p>
        </p:txBody>
      </p:sp>
      <p:sp>
        <p:nvSpPr>
          <p:cNvPr id="638" name="Google Shape;638;p32">
            <a:extLst>
              <a:ext uri="{FF2B5EF4-FFF2-40B4-BE49-F238E27FC236}">
                <a16:creationId xmlns:a16="http://schemas.microsoft.com/office/drawing/2014/main" id="{6294AEC1-8060-8C64-97AD-655E69A36AD2}"/>
              </a:ext>
            </a:extLst>
          </p:cNvPr>
          <p:cNvSpPr txBox="1">
            <a:spLocks noGrp="1"/>
          </p:cNvSpPr>
          <p:nvPr>
            <p:ph type="subTitle" idx="1"/>
          </p:nvPr>
        </p:nvSpPr>
        <p:spPr>
          <a:xfrm>
            <a:off x="1580178" y="3633039"/>
            <a:ext cx="5985900" cy="9047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pPr>
            <a:r>
              <a:rPr lang="en" sz="1550" dirty="0"/>
              <a:t>“</a:t>
            </a:r>
            <a:r>
              <a:rPr lang="en-US" sz="1600" dirty="0"/>
              <a:t>What did we </a:t>
            </a:r>
            <a:r>
              <a:rPr lang="en-US" sz="1600" dirty="0">
                <a:solidFill>
                  <a:schemeClr val="bg1"/>
                </a:solidFill>
              </a:rPr>
              <a:t>LEARN</a:t>
            </a:r>
            <a:r>
              <a:rPr lang="en-US" sz="1600" dirty="0"/>
              <a:t>?”</a:t>
            </a:r>
          </a:p>
          <a:p>
            <a:pPr marL="0" lvl="0" indent="0" algn="l" rtl="0">
              <a:spcBef>
                <a:spcPts val="0"/>
              </a:spcBef>
              <a:spcAft>
                <a:spcPts val="0"/>
              </a:spcAft>
            </a:pPr>
            <a:r>
              <a:rPr lang="en-US" sz="1600" dirty="0"/>
              <a:t>“What did we </a:t>
            </a:r>
            <a:r>
              <a:rPr lang="en-US" sz="1600" dirty="0">
                <a:solidFill>
                  <a:schemeClr val="bg1"/>
                </a:solidFill>
              </a:rPr>
              <a:t>STRUGGLE </a:t>
            </a:r>
            <a:r>
              <a:rPr lang="en-US" sz="1600" dirty="0"/>
              <a:t>with?”</a:t>
            </a:r>
          </a:p>
          <a:p>
            <a:pPr marL="0" lvl="0" indent="0" algn="l" rtl="0">
              <a:spcBef>
                <a:spcPts val="0"/>
              </a:spcBef>
              <a:spcAft>
                <a:spcPts val="0"/>
              </a:spcAft>
            </a:pPr>
            <a:r>
              <a:rPr lang="en-US" sz="1600" dirty="0"/>
              <a:t>“How can we </a:t>
            </a:r>
            <a:r>
              <a:rPr lang="en-US" sz="1600" dirty="0">
                <a:solidFill>
                  <a:schemeClr val="bg1"/>
                </a:solidFill>
              </a:rPr>
              <a:t>IMPROVE</a:t>
            </a:r>
            <a:r>
              <a:rPr lang="en-US" sz="1600" dirty="0"/>
              <a:t>?”</a:t>
            </a:r>
          </a:p>
        </p:txBody>
      </p:sp>
      <p:grpSp>
        <p:nvGrpSpPr>
          <p:cNvPr id="643" name="Google Shape;643;p32">
            <a:extLst>
              <a:ext uri="{FF2B5EF4-FFF2-40B4-BE49-F238E27FC236}">
                <a16:creationId xmlns:a16="http://schemas.microsoft.com/office/drawing/2014/main" id="{46C3AB2D-7272-F5EB-6C54-AFFEE22A3C9A}"/>
              </a:ext>
            </a:extLst>
          </p:cNvPr>
          <p:cNvGrpSpPr/>
          <p:nvPr/>
        </p:nvGrpSpPr>
        <p:grpSpPr>
          <a:xfrm flipH="1">
            <a:off x="7371130" y="994405"/>
            <a:ext cx="678868" cy="678850"/>
            <a:chOff x="681100" y="2094175"/>
            <a:chExt cx="974125" cy="974100"/>
          </a:xfrm>
        </p:grpSpPr>
        <p:sp>
          <p:nvSpPr>
            <p:cNvPr id="644" name="Google Shape;644;p32">
              <a:extLst>
                <a:ext uri="{FF2B5EF4-FFF2-40B4-BE49-F238E27FC236}">
                  <a16:creationId xmlns:a16="http://schemas.microsoft.com/office/drawing/2014/main" id="{06E9AB47-B445-BFD5-C53E-BDD0E8F7E8E2}"/>
                </a:ext>
              </a:extLst>
            </p:cNvPr>
            <p:cNvSpPr/>
            <p:nvPr/>
          </p:nvSpPr>
          <p:spPr>
            <a:xfrm>
              <a:off x="820425" y="2720550"/>
              <a:ext cx="695475" cy="347725"/>
            </a:xfrm>
            <a:custGeom>
              <a:avLst/>
              <a:gdLst/>
              <a:ahLst/>
              <a:cxnLst/>
              <a:rect l="l" t="t" r="r" b="b"/>
              <a:pathLst>
                <a:path w="27819" h="13909" extrusionOk="0">
                  <a:moveTo>
                    <a:pt x="1" y="0"/>
                  </a:moveTo>
                  <a:lnTo>
                    <a:pt x="1" y="2811"/>
                  </a:lnTo>
                  <a:lnTo>
                    <a:pt x="2763" y="2811"/>
                  </a:lnTo>
                  <a:lnTo>
                    <a:pt x="2763" y="5573"/>
                  </a:lnTo>
                  <a:lnTo>
                    <a:pt x="5526" y="5573"/>
                  </a:lnTo>
                  <a:lnTo>
                    <a:pt x="5526" y="8384"/>
                  </a:lnTo>
                  <a:lnTo>
                    <a:pt x="8336" y="8384"/>
                  </a:lnTo>
                  <a:lnTo>
                    <a:pt x="8336" y="11146"/>
                  </a:lnTo>
                  <a:lnTo>
                    <a:pt x="8336" y="13909"/>
                  </a:lnTo>
                  <a:lnTo>
                    <a:pt x="11099" y="13909"/>
                  </a:lnTo>
                  <a:lnTo>
                    <a:pt x="11099" y="11146"/>
                  </a:lnTo>
                  <a:lnTo>
                    <a:pt x="16672" y="11146"/>
                  </a:lnTo>
                  <a:lnTo>
                    <a:pt x="16672" y="13909"/>
                  </a:lnTo>
                  <a:lnTo>
                    <a:pt x="19482" y="13909"/>
                  </a:lnTo>
                  <a:lnTo>
                    <a:pt x="19482" y="11146"/>
                  </a:lnTo>
                  <a:lnTo>
                    <a:pt x="19482" y="8384"/>
                  </a:lnTo>
                  <a:lnTo>
                    <a:pt x="22245" y="8384"/>
                  </a:lnTo>
                  <a:lnTo>
                    <a:pt x="22245" y="5573"/>
                  </a:lnTo>
                  <a:lnTo>
                    <a:pt x="25055" y="5573"/>
                  </a:lnTo>
                  <a:lnTo>
                    <a:pt x="25055" y="2811"/>
                  </a:lnTo>
                  <a:lnTo>
                    <a:pt x="27818" y="2811"/>
                  </a:lnTo>
                  <a:lnTo>
                    <a:pt x="27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a:extLst>
                <a:ext uri="{FF2B5EF4-FFF2-40B4-BE49-F238E27FC236}">
                  <a16:creationId xmlns:a16="http://schemas.microsoft.com/office/drawing/2014/main" id="{7C6A5B4F-96E1-7DB8-E075-9E0CF5BA7E7B}"/>
                </a:ext>
              </a:extLst>
            </p:cNvPr>
            <p:cNvSpPr/>
            <p:nvPr/>
          </p:nvSpPr>
          <p:spPr>
            <a:xfrm>
              <a:off x="820425" y="2094175"/>
              <a:ext cx="695475" cy="347750"/>
            </a:xfrm>
            <a:custGeom>
              <a:avLst/>
              <a:gdLst/>
              <a:ahLst/>
              <a:cxnLst/>
              <a:rect l="l" t="t" r="r" b="b"/>
              <a:pathLst>
                <a:path w="27819" h="13910" extrusionOk="0">
                  <a:moveTo>
                    <a:pt x="8336" y="1"/>
                  </a:moveTo>
                  <a:lnTo>
                    <a:pt x="8336" y="2763"/>
                  </a:lnTo>
                  <a:lnTo>
                    <a:pt x="8336" y="5574"/>
                  </a:lnTo>
                  <a:lnTo>
                    <a:pt x="5526" y="5574"/>
                  </a:lnTo>
                  <a:lnTo>
                    <a:pt x="5526" y="8336"/>
                  </a:lnTo>
                  <a:lnTo>
                    <a:pt x="2763" y="8336"/>
                  </a:lnTo>
                  <a:lnTo>
                    <a:pt x="2763" y="11147"/>
                  </a:lnTo>
                  <a:lnTo>
                    <a:pt x="1" y="11147"/>
                  </a:lnTo>
                  <a:lnTo>
                    <a:pt x="1" y="13909"/>
                  </a:lnTo>
                  <a:lnTo>
                    <a:pt x="27818" y="13909"/>
                  </a:lnTo>
                  <a:lnTo>
                    <a:pt x="27818" y="11147"/>
                  </a:lnTo>
                  <a:lnTo>
                    <a:pt x="25055" y="11147"/>
                  </a:lnTo>
                  <a:lnTo>
                    <a:pt x="25055" y="8336"/>
                  </a:lnTo>
                  <a:lnTo>
                    <a:pt x="22245" y="8336"/>
                  </a:lnTo>
                  <a:lnTo>
                    <a:pt x="22245" y="5574"/>
                  </a:lnTo>
                  <a:lnTo>
                    <a:pt x="19482" y="5574"/>
                  </a:lnTo>
                  <a:lnTo>
                    <a:pt x="19482" y="2763"/>
                  </a:lnTo>
                  <a:lnTo>
                    <a:pt x="19482" y="1"/>
                  </a:lnTo>
                  <a:lnTo>
                    <a:pt x="16672" y="1"/>
                  </a:lnTo>
                  <a:lnTo>
                    <a:pt x="16672" y="2763"/>
                  </a:lnTo>
                  <a:lnTo>
                    <a:pt x="11099" y="2763"/>
                  </a:lnTo>
                  <a:lnTo>
                    <a:pt x="11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a:extLst>
                <a:ext uri="{FF2B5EF4-FFF2-40B4-BE49-F238E27FC236}">
                  <a16:creationId xmlns:a16="http://schemas.microsoft.com/office/drawing/2014/main" id="{F6A6546E-149F-25F9-764D-9DAD8F0E33B9}"/>
                </a:ext>
              </a:extLst>
            </p:cNvPr>
            <p:cNvSpPr/>
            <p:nvPr/>
          </p:nvSpPr>
          <p:spPr>
            <a:xfrm>
              <a:off x="1515875" y="2651475"/>
              <a:ext cx="70275" cy="69100"/>
            </a:xfrm>
            <a:custGeom>
              <a:avLst/>
              <a:gdLst/>
              <a:ahLst/>
              <a:cxnLst/>
              <a:rect l="l" t="t" r="r" b="b"/>
              <a:pathLst>
                <a:path w="2811" h="2764" extrusionOk="0">
                  <a:moveTo>
                    <a:pt x="0" y="1"/>
                  </a:moveTo>
                  <a:lnTo>
                    <a:pt x="0" y="2763"/>
                  </a:lnTo>
                  <a:lnTo>
                    <a:pt x="2810" y="2763"/>
                  </a:lnTo>
                  <a:lnTo>
                    <a:pt x="28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a:extLst>
                <a:ext uri="{FF2B5EF4-FFF2-40B4-BE49-F238E27FC236}">
                  <a16:creationId xmlns:a16="http://schemas.microsoft.com/office/drawing/2014/main" id="{06E4B04E-915A-D133-FE3D-ABFB768B92C4}"/>
                </a:ext>
              </a:extLst>
            </p:cNvPr>
            <p:cNvSpPr/>
            <p:nvPr/>
          </p:nvSpPr>
          <p:spPr>
            <a:xfrm>
              <a:off x="1515875" y="2441900"/>
              <a:ext cx="70275" cy="70275"/>
            </a:xfrm>
            <a:custGeom>
              <a:avLst/>
              <a:gdLst/>
              <a:ahLst/>
              <a:cxnLst/>
              <a:rect l="l" t="t" r="r" b="b"/>
              <a:pathLst>
                <a:path w="2811" h="2811" extrusionOk="0">
                  <a:moveTo>
                    <a:pt x="0" y="0"/>
                  </a:moveTo>
                  <a:lnTo>
                    <a:pt x="0" y="2811"/>
                  </a:lnTo>
                  <a:lnTo>
                    <a:pt x="2810" y="2811"/>
                  </a:lnTo>
                  <a:lnTo>
                    <a:pt x="28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a:extLst>
                <a:ext uri="{FF2B5EF4-FFF2-40B4-BE49-F238E27FC236}">
                  <a16:creationId xmlns:a16="http://schemas.microsoft.com/office/drawing/2014/main" id="{0C87A137-551A-A8D1-8CE1-E3AAC7BCA586}"/>
                </a:ext>
              </a:extLst>
            </p:cNvPr>
            <p:cNvSpPr/>
            <p:nvPr/>
          </p:nvSpPr>
          <p:spPr>
            <a:xfrm>
              <a:off x="1586125"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a:extLst>
                <a:ext uri="{FF2B5EF4-FFF2-40B4-BE49-F238E27FC236}">
                  <a16:creationId xmlns:a16="http://schemas.microsoft.com/office/drawing/2014/main" id="{ADDEDDFE-9FF6-3089-3768-4EB728110F7F}"/>
                </a:ext>
              </a:extLst>
            </p:cNvPr>
            <p:cNvSpPr/>
            <p:nvPr/>
          </p:nvSpPr>
          <p:spPr>
            <a:xfrm>
              <a:off x="750175" y="2651475"/>
              <a:ext cx="70275" cy="69100"/>
            </a:xfrm>
            <a:custGeom>
              <a:avLst/>
              <a:gdLst/>
              <a:ahLst/>
              <a:cxnLst/>
              <a:rect l="l" t="t" r="r" b="b"/>
              <a:pathLst>
                <a:path w="2811" h="2764" extrusionOk="0">
                  <a:moveTo>
                    <a:pt x="0" y="1"/>
                  </a:moveTo>
                  <a:lnTo>
                    <a:pt x="0" y="2763"/>
                  </a:lnTo>
                  <a:lnTo>
                    <a:pt x="2811" y="2763"/>
                  </a:lnTo>
                  <a:lnTo>
                    <a:pt x="28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a:extLst>
                <a:ext uri="{FF2B5EF4-FFF2-40B4-BE49-F238E27FC236}">
                  <a16:creationId xmlns:a16="http://schemas.microsoft.com/office/drawing/2014/main" id="{7D68AA42-25FA-9BF6-CBBE-C7D9D79C5485}"/>
                </a:ext>
              </a:extLst>
            </p:cNvPr>
            <p:cNvSpPr/>
            <p:nvPr/>
          </p:nvSpPr>
          <p:spPr>
            <a:xfrm>
              <a:off x="750175" y="2441900"/>
              <a:ext cx="70275" cy="70275"/>
            </a:xfrm>
            <a:custGeom>
              <a:avLst/>
              <a:gdLst/>
              <a:ahLst/>
              <a:cxnLst/>
              <a:rect l="l" t="t" r="r" b="b"/>
              <a:pathLst>
                <a:path w="2811" h="2811" extrusionOk="0">
                  <a:moveTo>
                    <a:pt x="0" y="0"/>
                  </a:moveTo>
                  <a:lnTo>
                    <a:pt x="0" y="2811"/>
                  </a:lnTo>
                  <a:lnTo>
                    <a:pt x="2811" y="2811"/>
                  </a:lnTo>
                  <a:lnTo>
                    <a:pt x="28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a:extLst>
                <a:ext uri="{FF2B5EF4-FFF2-40B4-BE49-F238E27FC236}">
                  <a16:creationId xmlns:a16="http://schemas.microsoft.com/office/drawing/2014/main" id="{A96D34DA-6A13-E8B1-775C-9CA3FBDEC3A0}"/>
                </a:ext>
              </a:extLst>
            </p:cNvPr>
            <p:cNvSpPr/>
            <p:nvPr/>
          </p:nvSpPr>
          <p:spPr>
            <a:xfrm>
              <a:off x="681100" y="2512150"/>
              <a:ext cx="69100" cy="139350"/>
            </a:xfrm>
            <a:custGeom>
              <a:avLst/>
              <a:gdLst/>
              <a:ahLst/>
              <a:cxnLst/>
              <a:rect l="l" t="t" r="r" b="b"/>
              <a:pathLst>
                <a:path w="2764" h="5574" extrusionOk="0">
                  <a:moveTo>
                    <a:pt x="0" y="1"/>
                  </a:moveTo>
                  <a:lnTo>
                    <a:pt x="0" y="5574"/>
                  </a:lnTo>
                  <a:lnTo>
                    <a:pt x="2763" y="5574"/>
                  </a:lnTo>
                  <a:lnTo>
                    <a:pt x="27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a:extLst>
                <a:ext uri="{FF2B5EF4-FFF2-40B4-BE49-F238E27FC236}">
                  <a16:creationId xmlns:a16="http://schemas.microsoft.com/office/drawing/2014/main" id="{DCFDBFFF-E0F6-1959-1CCA-A9A770FA7A2C}"/>
                </a:ext>
              </a:extLst>
            </p:cNvPr>
            <p:cNvSpPr/>
            <p:nvPr/>
          </p:nvSpPr>
          <p:spPr>
            <a:xfrm>
              <a:off x="130747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a:extLst>
                <a:ext uri="{FF2B5EF4-FFF2-40B4-BE49-F238E27FC236}">
                  <a16:creationId xmlns:a16="http://schemas.microsoft.com/office/drawing/2014/main" id="{D6C11500-C490-92AB-B227-02A9BC6EE3BC}"/>
                </a:ext>
              </a:extLst>
            </p:cNvPr>
            <p:cNvSpPr/>
            <p:nvPr/>
          </p:nvSpPr>
          <p:spPr>
            <a:xfrm>
              <a:off x="1028825" y="2512150"/>
              <a:ext cx="139350" cy="139350"/>
            </a:xfrm>
            <a:custGeom>
              <a:avLst/>
              <a:gdLst/>
              <a:ahLst/>
              <a:cxnLst/>
              <a:rect l="l" t="t" r="r" b="b"/>
              <a:pathLst>
                <a:path w="5574" h="5574" extrusionOk="0">
                  <a:moveTo>
                    <a:pt x="0" y="1"/>
                  </a:moveTo>
                  <a:lnTo>
                    <a:pt x="0" y="2763"/>
                  </a:lnTo>
                  <a:lnTo>
                    <a:pt x="0" y="5574"/>
                  </a:lnTo>
                  <a:lnTo>
                    <a:pt x="5573" y="5574"/>
                  </a:lnTo>
                  <a:lnTo>
                    <a:pt x="5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2">
            <a:extLst>
              <a:ext uri="{FF2B5EF4-FFF2-40B4-BE49-F238E27FC236}">
                <a16:creationId xmlns:a16="http://schemas.microsoft.com/office/drawing/2014/main" id="{41A1F371-9CC0-0463-5A24-38B2756D2D9F}"/>
              </a:ext>
            </a:extLst>
          </p:cNvPr>
          <p:cNvGrpSpPr/>
          <p:nvPr/>
        </p:nvGrpSpPr>
        <p:grpSpPr>
          <a:xfrm rot="-795768">
            <a:off x="7900130" y="4074308"/>
            <a:ext cx="276309" cy="437670"/>
            <a:chOff x="713100" y="3583157"/>
            <a:chExt cx="721984" cy="1143614"/>
          </a:xfrm>
        </p:grpSpPr>
        <p:sp>
          <p:nvSpPr>
            <p:cNvPr id="655" name="Google Shape;655;p32">
              <a:extLst>
                <a:ext uri="{FF2B5EF4-FFF2-40B4-BE49-F238E27FC236}">
                  <a16:creationId xmlns:a16="http://schemas.microsoft.com/office/drawing/2014/main" id="{CF5DB88F-E4BD-B41D-65C3-8A8B74BE662D}"/>
                </a:ext>
              </a:extLst>
            </p:cNvPr>
            <p:cNvSpPr/>
            <p:nvPr/>
          </p:nvSpPr>
          <p:spPr>
            <a:xfrm>
              <a:off x="713100" y="3583157"/>
              <a:ext cx="721961" cy="1143555"/>
            </a:xfrm>
            <a:custGeom>
              <a:avLst/>
              <a:gdLst/>
              <a:ahLst/>
              <a:cxnLst/>
              <a:rect l="l" t="t" r="r" b="b"/>
              <a:pathLst>
                <a:path w="43623" h="69097" extrusionOk="0">
                  <a:moveTo>
                    <a:pt x="1" y="1"/>
                  </a:moveTo>
                  <a:lnTo>
                    <a:pt x="1" y="61827"/>
                  </a:lnTo>
                  <a:lnTo>
                    <a:pt x="7271" y="61827"/>
                  </a:lnTo>
                  <a:lnTo>
                    <a:pt x="7271" y="58163"/>
                  </a:lnTo>
                  <a:lnTo>
                    <a:pt x="10877" y="58163"/>
                  </a:lnTo>
                  <a:lnTo>
                    <a:pt x="10877" y="54557"/>
                  </a:lnTo>
                  <a:lnTo>
                    <a:pt x="14541" y="54557"/>
                  </a:lnTo>
                  <a:lnTo>
                    <a:pt x="14541" y="50892"/>
                  </a:lnTo>
                  <a:lnTo>
                    <a:pt x="18147" y="50892"/>
                  </a:lnTo>
                  <a:lnTo>
                    <a:pt x="18147" y="58163"/>
                  </a:lnTo>
                  <a:lnTo>
                    <a:pt x="21811" y="58163"/>
                  </a:lnTo>
                  <a:lnTo>
                    <a:pt x="21811" y="65433"/>
                  </a:lnTo>
                  <a:lnTo>
                    <a:pt x="25418" y="65433"/>
                  </a:lnTo>
                  <a:lnTo>
                    <a:pt x="25418" y="69097"/>
                  </a:lnTo>
                  <a:lnTo>
                    <a:pt x="32688" y="69097"/>
                  </a:lnTo>
                  <a:lnTo>
                    <a:pt x="32688" y="65433"/>
                  </a:lnTo>
                  <a:lnTo>
                    <a:pt x="36352" y="65433"/>
                  </a:lnTo>
                  <a:lnTo>
                    <a:pt x="36352" y="58163"/>
                  </a:lnTo>
                  <a:lnTo>
                    <a:pt x="32688" y="58163"/>
                  </a:lnTo>
                  <a:lnTo>
                    <a:pt x="32688" y="50892"/>
                  </a:lnTo>
                  <a:lnTo>
                    <a:pt x="29082" y="50892"/>
                  </a:lnTo>
                  <a:lnTo>
                    <a:pt x="29082" y="47286"/>
                  </a:lnTo>
                  <a:lnTo>
                    <a:pt x="43622" y="47286"/>
                  </a:lnTo>
                  <a:lnTo>
                    <a:pt x="43622" y="43622"/>
                  </a:lnTo>
                  <a:lnTo>
                    <a:pt x="43622" y="40016"/>
                  </a:lnTo>
                  <a:lnTo>
                    <a:pt x="39958" y="40016"/>
                  </a:lnTo>
                  <a:lnTo>
                    <a:pt x="39958" y="36352"/>
                  </a:lnTo>
                  <a:lnTo>
                    <a:pt x="36352" y="36352"/>
                  </a:lnTo>
                  <a:lnTo>
                    <a:pt x="36352" y="32746"/>
                  </a:lnTo>
                  <a:lnTo>
                    <a:pt x="32688" y="32746"/>
                  </a:lnTo>
                  <a:lnTo>
                    <a:pt x="32688" y="29082"/>
                  </a:lnTo>
                  <a:lnTo>
                    <a:pt x="29082" y="29082"/>
                  </a:lnTo>
                  <a:lnTo>
                    <a:pt x="29082" y="25476"/>
                  </a:lnTo>
                  <a:lnTo>
                    <a:pt x="25418" y="25476"/>
                  </a:lnTo>
                  <a:lnTo>
                    <a:pt x="25418" y="21811"/>
                  </a:lnTo>
                  <a:lnTo>
                    <a:pt x="21811" y="21811"/>
                  </a:lnTo>
                  <a:lnTo>
                    <a:pt x="21811" y="18205"/>
                  </a:lnTo>
                  <a:lnTo>
                    <a:pt x="18147" y="18205"/>
                  </a:lnTo>
                  <a:lnTo>
                    <a:pt x="18147" y="14541"/>
                  </a:lnTo>
                  <a:lnTo>
                    <a:pt x="14541" y="14541"/>
                  </a:lnTo>
                  <a:lnTo>
                    <a:pt x="14541" y="10935"/>
                  </a:lnTo>
                  <a:lnTo>
                    <a:pt x="10877" y="10935"/>
                  </a:lnTo>
                  <a:lnTo>
                    <a:pt x="10877" y="7271"/>
                  </a:lnTo>
                  <a:lnTo>
                    <a:pt x="7271" y="7271"/>
                  </a:lnTo>
                  <a:lnTo>
                    <a:pt x="7271" y="3665"/>
                  </a:lnTo>
                  <a:lnTo>
                    <a:pt x="3607" y="3665"/>
                  </a:lnTo>
                  <a:lnTo>
                    <a:pt x="36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a:extLst>
                <a:ext uri="{FF2B5EF4-FFF2-40B4-BE49-F238E27FC236}">
                  <a16:creationId xmlns:a16="http://schemas.microsoft.com/office/drawing/2014/main" id="{22A460A0-933C-402D-6CAA-37A0D9897FD9}"/>
                </a:ext>
              </a:extLst>
            </p:cNvPr>
            <p:cNvSpPr/>
            <p:nvPr/>
          </p:nvSpPr>
          <p:spPr>
            <a:xfrm>
              <a:off x="713100" y="3583157"/>
              <a:ext cx="120335" cy="1023237"/>
            </a:xfrm>
            <a:custGeom>
              <a:avLst/>
              <a:gdLst/>
              <a:ahLst/>
              <a:cxnLst/>
              <a:rect l="l" t="t" r="r" b="b"/>
              <a:pathLst>
                <a:path w="7271" h="61827" extrusionOk="0">
                  <a:moveTo>
                    <a:pt x="1" y="1"/>
                  </a:moveTo>
                  <a:lnTo>
                    <a:pt x="1" y="61827"/>
                  </a:lnTo>
                  <a:lnTo>
                    <a:pt x="7271" y="61827"/>
                  </a:lnTo>
                  <a:lnTo>
                    <a:pt x="7271" y="58163"/>
                  </a:lnTo>
                  <a:lnTo>
                    <a:pt x="3607" y="58163"/>
                  </a:lnTo>
                  <a:lnTo>
                    <a:pt x="3607" y="7271"/>
                  </a:lnTo>
                  <a:lnTo>
                    <a:pt x="7271" y="7271"/>
                  </a:lnTo>
                  <a:lnTo>
                    <a:pt x="727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a:extLst>
                <a:ext uri="{FF2B5EF4-FFF2-40B4-BE49-F238E27FC236}">
                  <a16:creationId xmlns:a16="http://schemas.microsoft.com/office/drawing/2014/main" id="{480A5E4E-4320-1E7B-1451-E187AA218DBE}"/>
                </a:ext>
              </a:extLst>
            </p:cNvPr>
            <p:cNvSpPr/>
            <p:nvPr/>
          </p:nvSpPr>
          <p:spPr>
            <a:xfrm>
              <a:off x="833425" y="3703499"/>
              <a:ext cx="59712" cy="60656"/>
            </a:xfrm>
            <a:custGeom>
              <a:avLst/>
              <a:gdLst/>
              <a:ahLst/>
              <a:cxnLst/>
              <a:rect l="l" t="t" r="r" b="b"/>
              <a:pathLst>
                <a:path w="3608" h="3665" extrusionOk="0">
                  <a:moveTo>
                    <a:pt x="1" y="0"/>
                  </a:moveTo>
                  <a:lnTo>
                    <a:pt x="1" y="3664"/>
                  </a:lnTo>
                  <a:lnTo>
                    <a:pt x="3607" y="3664"/>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a:extLst>
                <a:ext uri="{FF2B5EF4-FFF2-40B4-BE49-F238E27FC236}">
                  <a16:creationId xmlns:a16="http://schemas.microsoft.com/office/drawing/2014/main" id="{E4E393B0-00E5-A112-ACA0-8F30A67AF60D}"/>
                </a:ext>
              </a:extLst>
            </p:cNvPr>
            <p:cNvSpPr/>
            <p:nvPr/>
          </p:nvSpPr>
          <p:spPr>
            <a:xfrm>
              <a:off x="893124" y="3764141"/>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a:extLst>
                <a:ext uri="{FF2B5EF4-FFF2-40B4-BE49-F238E27FC236}">
                  <a16:creationId xmlns:a16="http://schemas.microsoft.com/office/drawing/2014/main" id="{38CD34E7-5539-4BAA-E24A-66A7055F5A7C}"/>
                </a:ext>
              </a:extLst>
            </p:cNvPr>
            <p:cNvSpPr/>
            <p:nvPr/>
          </p:nvSpPr>
          <p:spPr>
            <a:xfrm>
              <a:off x="953767" y="3823824"/>
              <a:ext cx="59696" cy="60656"/>
            </a:xfrm>
            <a:custGeom>
              <a:avLst/>
              <a:gdLst/>
              <a:ahLst/>
              <a:cxnLst/>
              <a:rect l="l" t="t" r="r" b="b"/>
              <a:pathLst>
                <a:path w="3607" h="3665" extrusionOk="0">
                  <a:moveTo>
                    <a:pt x="0" y="0"/>
                  </a:moveTo>
                  <a:lnTo>
                    <a:pt x="0" y="3664"/>
                  </a:lnTo>
                  <a:lnTo>
                    <a:pt x="3606" y="3664"/>
                  </a:lnTo>
                  <a:lnTo>
                    <a:pt x="36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a:extLst>
                <a:ext uri="{FF2B5EF4-FFF2-40B4-BE49-F238E27FC236}">
                  <a16:creationId xmlns:a16="http://schemas.microsoft.com/office/drawing/2014/main" id="{C1CB08EB-CF95-0FE2-3ABC-6DBE26BE5867}"/>
                </a:ext>
              </a:extLst>
            </p:cNvPr>
            <p:cNvSpPr/>
            <p:nvPr/>
          </p:nvSpPr>
          <p:spPr>
            <a:xfrm>
              <a:off x="1013449" y="3884466"/>
              <a:ext cx="60656" cy="59696"/>
            </a:xfrm>
            <a:custGeom>
              <a:avLst/>
              <a:gdLst/>
              <a:ahLst/>
              <a:cxnLst/>
              <a:rect l="l" t="t" r="r" b="b"/>
              <a:pathLst>
                <a:path w="3665" h="3607" extrusionOk="0">
                  <a:moveTo>
                    <a:pt x="0" y="0"/>
                  </a:moveTo>
                  <a:lnTo>
                    <a:pt x="0" y="3606"/>
                  </a:lnTo>
                  <a:lnTo>
                    <a:pt x="3664" y="3606"/>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2">
              <a:extLst>
                <a:ext uri="{FF2B5EF4-FFF2-40B4-BE49-F238E27FC236}">
                  <a16:creationId xmlns:a16="http://schemas.microsoft.com/office/drawing/2014/main" id="{B9C5E823-7D98-6B05-B5B0-BE30DD236190}"/>
                </a:ext>
              </a:extLst>
            </p:cNvPr>
            <p:cNvSpPr/>
            <p:nvPr/>
          </p:nvSpPr>
          <p:spPr>
            <a:xfrm>
              <a:off x="1074092" y="3944149"/>
              <a:ext cx="59696" cy="60656"/>
            </a:xfrm>
            <a:custGeom>
              <a:avLst/>
              <a:gdLst/>
              <a:ahLst/>
              <a:cxnLst/>
              <a:rect l="l" t="t" r="r" b="b"/>
              <a:pathLst>
                <a:path w="3607" h="3665" extrusionOk="0">
                  <a:moveTo>
                    <a:pt x="0" y="0"/>
                  </a:moveTo>
                  <a:lnTo>
                    <a:pt x="0" y="3665"/>
                  </a:lnTo>
                  <a:lnTo>
                    <a:pt x="3607" y="3665"/>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2">
              <a:extLst>
                <a:ext uri="{FF2B5EF4-FFF2-40B4-BE49-F238E27FC236}">
                  <a16:creationId xmlns:a16="http://schemas.microsoft.com/office/drawing/2014/main" id="{20D3A730-639B-3BAE-0FC0-94D1516A9D18}"/>
                </a:ext>
              </a:extLst>
            </p:cNvPr>
            <p:cNvSpPr/>
            <p:nvPr/>
          </p:nvSpPr>
          <p:spPr>
            <a:xfrm>
              <a:off x="1133774" y="4004792"/>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a:extLst>
                <a:ext uri="{FF2B5EF4-FFF2-40B4-BE49-F238E27FC236}">
                  <a16:creationId xmlns:a16="http://schemas.microsoft.com/office/drawing/2014/main" id="{1CCB8EEA-5E9B-AF08-0E83-DC215BF3142A}"/>
                </a:ext>
              </a:extLst>
            </p:cNvPr>
            <p:cNvSpPr/>
            <p:nvPr/>
          </p:nvSpPr>
          <p:spPr>
            <a:xfrm>
              <a:off x="1194417" y="4064474"/>
              <a:ext cx="59696" cy="60656"/>
            </a:xfrm>
            <a:custGeom>
              <a:avLst/>
              <a:gdLst/>
              <a:ahLst/>
              <a:cxnLst/>
              <a:rect l="l" t="t" r="r" b="b"/>
              <a:pathLst>
                <a:path w="3607" h="3665" extrusionOk="0">
                  <a:moveTo>
                    <a:pt x="1" y="1"/>
                  </a:moveTo>
                  <a:lnTo>
                    <a:pt x="1" y="3665"/>
                  </a:lnTo>
                  <a:lnTo>
                    <a:pt x="3607" y="3665"/>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a:extLst>
                <a:ext uri="{FF2B5EF4-FFF2-40B4-BE49-F238E27FC236}">
                  <a16:creationId xmlns:a16="http://schemas.microsoft.com/office/drawing/2014/main" id="{CB4CA1C6-86BA-A83C-14EF-4408AA633E25}"/>
                </a:ext>
              </a:extLst>
            </p:cNvPr>
            <p:cNvSpPr/>
            <p:nvPr/>
          </p:nvSpPr>
          <p:spPr>
            <a:xfrm>
              <a:off x="1254099" y="4125117"/>
              <a:ext cx="60656" cy="59696"/>
            </a:xfrm>
            <a:custGeom>
              <a:avLst/>
              <a:gdLst/>
              <a:ahLst/>
              <a:cxnLst/>
              <a:rect l="l" t="t" r="r" b="b"/>
              <a:pathLst>
                <a:path w="3665" h="3607" extrusionOk="0">
                  <a:moveTo>
                    <a:pt x="1" y="1"/>
                  </a:moveTo>
                  <a:lnTo>
                    <a:pt x="1" y="3607"/>
                  </a:lnTo>
                  <a:lnTo>
                    <a:pt x="3665" y="3607"/>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a:extLst>
                <a:ext uri="{FF2B5EF4-FFF2-40B4-BE49-F238E27FC236}">
                  <a16:creationId xmlns:a16="http://schemas.microsoft.com/office/drawing/2014/main" id="{4D0833A0-B44E-BA4C-F28A-74723E1F36AA}"/>
                </a:ext>
              </a:extLst>
            </p:cNvPr>
            <p:cNvSpPr/>
            <p:nvPr/>
          </p:nvSpPr>
          <p:spPr>
            <a:xfrm>
              <a:off x="1314758" y="4184799"/>
              <a:ext cx="59696" cy="60672"/>
            </a:xfrm>
            <a:custGeom>
              <a:avLst/>
              <a:gdLst/>
              <a:ahLst/>
              <a:cxnLst/>
              <a:rect l="l" t="t" r="r" b="b"/>
              <a:pathLst>
                <a:path w="3607" h="3666" extrusionOk="0">
                  <a:moveTo>
                    <a:pt x="0" y="1"/>
                  </a:moveTo>
                  <a:lnTo>
                    <a:pt x="0" y="3665"/>
                  </a:lnTo>
                  <a:lnTo>
                    <a:pt x="3606" y="3665"/>
                  </a:lnTo>
                  <a:lnTo>
                    <a:pt x="3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a:extLst>
                <a:ext uri="{FF2B5EF4-FFF2-40B4-BE49-F238E27FC236}">
                  <a16:creationId xmlns:a16="http://schemas.microsoft.com/office/drawing/2014/main" id="{4359F6B9-36A2-5A05-4167-9E60E8AE0184}"/>
                </a:ext>
              </a:extLst>
            </p:cNvPr>
            <p:cNvSpPr/>
            <p:nvPr/>
          </p:nvSpPr>
          <p:spPr>
            <a:xfrm>
              <a:off x="1133774" y="4245458"/>
              <a:ext cx="301309" cy="180014"/>
            </a:xfrm>
            <a:custGeom>
              <a:avLst/>
              <a:gdLst/>
              <a:ahLst/>
              <a:cxnLst/>
              <a:rect l="l" t="t" r="r" b="b"/>
              <a:pathLst>
                <a:path w="18206" h="10877" extrusionOk="0">
                  <a:moveTo>
                    <a:pt x="14541" y="0"/>
                  </a:moveTo>
                  <a:lnTo>
                    <a:pt x="14541" y="3606"/>
                  </a:lnTo>
                  <a:lnTo>
                    <a:pt x="1" y="3606"/>
                  </a:lnTo>
                  <a:lnTo>
                    <a:pt x="1" y="7270"/>
                  </a:lnTo>
                  <a:lnTo>
                    <a:pt x="1" y="10876"/>
                  </a:lnTo>
                  <a:lnTo>
                    <a:pt x="3665" y="10876"/>
                  </a:lnTo>
                  <a:lnTo>
                    <a:pt x="3665" y="7270"/>
                  </a:lnTo>
                  <a:lnTo>
                    <a:pt x="18205" y="7270"/>
                  </a:lnTo>
                  <a:lnTo>
                    <a:pt x="18205" y="3606"/>
                  </a:lnTo>
                  <a:lnTo>
                    <a:pt x="18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a:extLst>
                <a:ext uri="{FF2B5EF4-FFF2-40B4-BE49-F238E27FC236}">
                  <a16:creationId xmlns:a16="http://schemas.microsoft.com/office/drawing/2014/main" id="{E971A7D5-B9C6-818A-D710-77FC6E8736A3}"/>
                </a:ext>
              </a:extLst>
            </p:cNvPr>
            <p:cNvSpPr/>
            <p:nvPr/>
          </p:nvSpPr>
          <p:spPr>
            <a:xfrm>
              <a:off x="953767" y="4365783"/>
              <a:ext cx="59696" cy="59696"/>
            </a:xfrm>
            <a:custGeom>
              <a:avLst/>
              <a:gdLst/>
              <a:ahLst/>
              <a:cxnLst/>
              <a:rect l="l" t="t" r="r" b="b"/>
              <a:pathLst>
                <a:path w="3607" h="3607" extrusionOk="0">
                  <a:moveTo>
                    <a:pt x="0" y="0"/>
                  </a:moveTo>
                  <a:lnTo>
                    <a:pt x="0" y="3606"/>
                  </a:lnTo>
                  <a:lnTo>
                    <a:pt x="3606" y="3606"/>
                  </a:lnTo>
                  <a:lnTo>
                    <a:pt x="3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a:extLst>
                <a:ext uri="{FF2B5EF4-FFF2-40B4-BE49-F238E27FC236}">
                  <a16:creationId xmlns:a16="http://schemas.microsoft.com/office/drawing/2014/main" id="{7A53686D-DAB6-8AEE-BBE1-9531C79AE3CA}"/>
                </a:ext>
              </a:extLst>
            </p:cNvPr>
            <p:cNvSpPr/>
            <p:nvPr/>
          </p:nvSpPr>
          <p:spPr>
            <a:xfrm>
              <a:off x="1013449" y="4425466"/>
              <a:ext cx="60656" cy="120335"/>
            </a:xfrm>
            <a:custGeom>
              <a:avLst/>
              <a:gdLst/>
              <a:ahLst/>
              <a:cxnLst/>
              <a:rect l="l" t="t" r="r" b="b"/>
              <a:pathLst>
                <a:path w="3665" h="7271" extrusionOk="0">
                  <a:moveTo>
                    <a:pt x="0" y="0"/>
                  </a:moveTo>
                  <a:lnTo>
                    <a:pt x="0" y="7271"/>
                  </a:lnTo>
                  <a:lnTo>
                    <a:pt x="3664" y="7271"/>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a:extLst>
                <a:ext uri="{FF2B5EF4-FFF2-40B4-BE49-F238E27FC236}">
                  <a16:creationId xmlns:a16="http://schemas.microsoft.com/office/drawing/2014/main" id="{BFF3B085-1220-6178-2B06-C094C0D26308}"/>
                </a:ext>
              </a:extLst>
            </p:cNvPr>
            <p:cNvSpPr/>
            <p:nvPr/>
          </p:nvSpPr>
          <p:spPr>
            <a:xfrm>
              <a:off x="1074092" y="4545791"/>
              <a:ext cx="59696" cy="120335"/>
            </a:xfrm>
            <a:custGeom>
              <a:avLst/>
              <a:gdLst/>
              <a:ahLst/>
              <a:cxnLst/>
              <a:rect l="l" t="t" r="r" b="b"/>
              <a:pathLst>
                <a:path w="3607" h="7271" extrusionOk="0">
                  <a:moveTo>
                    <a:pt x="0" y="1"/>
                  </a:moveTo>
                  <a:lnTo>
                    <a:pt x="0" y="7271"/>
                  </a:lnTo>
                  <a:lnTo>
                    <a:pt x="3607" y="7271"/>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a:extLst>
                <a:ext uri="{FF2B5EF4-FFF2-40B4-BE49-F238E27FC236}">
                  <a16:creationId xmlns:a16="http://schemas.microsoft.com/office/drawing/2014/main" id="{470E2A03-0898-A6DD-2DE8-53500DB55FB1}"/>
                </a:ext>
              </a:extLst>
            </p:cNvPr>
            <p:cNvSpPr/>
            <p:nvPr/>
          </p:nvSpPr>
          <p:spPr>
            <a:xfrm>
              <a:off x="1133774" y="4666116"/>
              <a:ext cx="120335" cy="60656"/>
            </a:xfrm>
            <a:custGeom>
              <a:avLst/>
              <a:gdLst/>
              <a:ahLst/>
              <a:cxnLst/>
              <a:rect l="l" t="t" r="r" b="b"/>
              <a:pathLst>
                <a:path w="7271" h="3665" extrusionOk="0">
                  <a:moveTo>
                    <a:pt x="1" y="1"/>
                  </a:moveTo>
                  <a:lnTo>
                    <a:pt x="1" y="3665"/>
                  </a:lnTo>
                  <a:lnTo>
                    <a:pt x="7271" y="3665"/>
                  </a:lnTo>
                  <a:lnTo>
                    <a:pt x="7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a:extLst>
                <a:ext uri="{FF2B5EF4-FFF2-40B4-BE49-F238E27FC236}">
                  <a16:creationId xmlns:a16="http://schemas.microsoft.com/office/drawing/2014/main" id="{75B4FF39-B9D9-D257-2311-CB20D5F8FDD7}"/>
                </a:ext>
              </a:extLst>
            </p:cNvPr>
            <p:cNvSpPr/>
            <p:nvPr/>
          </p:nvSpPr>
          <p:spPr>
            <a:xfrm>
              <a:off x="1194417" y="4425466"/>
              <a:ext cx="59696" cy="120335"/>
            </a:xfrm>
            <a:custGeom>
              <a:avLst/>
              <a:gdLst/>
              <a:ahLst/>
              <a:cxnLst/>
              <a:rect l="l" t="t" r="r" b="b"/>
              <a:pathLst>
                <a:path w="3607" h="7271" extrusionOk="0">
                  <a:moveTo>
                    <a:pt x="1" y="0"/>
                  </a:moveTo>
                  <a:lnTo>
                    <a:pt x="1" y="7271"/>
                  </a:lnTo>
                  <a:lnTo>
                    <a:pt x="3607" y="7271"/>
                  </a:lnTo>
                  <a:lnTo>
                    <a:pt x="36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a:extLst>
                <a:ext uri="{FF2B5EF4-FFF2-40B4-BE49-F238E27FC236}">
                  <a16:creationId xmlns:a16="http://schemas.microsoft.com/office/drawing/2014/main" id="{4600EED3-EC38-4A3B-A785-DB951B4F2B97}"/>
                </a:ext>
              </a:extLst>
            </p:cNvPr>
            <p:cNvSpPr/>
            <p:nvPr/>
          </p:nvSpPr>
          <p:spPr>
            <a:xfrm>
              <a:off x="1254099" y="4545791"/>
              <a:ext cx="60656" cy="120335"/>
            </a:xfrm>
            <a:custGeom>
              <a:avLst/>
              <a:gdLst/>
              <a:ahLst/>
              <a:cxnLst/>
              <a:rect l="l" t="t" r="r" b="b"/>
              <a:pathLst>
                <a:path w="3665" h="7271" extrusionOk="0">
                  <a:moveTo>
                    <a:pt x="1" y="1"/>
                  </a:moveTo>
                  <a:lnTo>
                    <a:pt x="1" y="7271"/>
                  </a:lnTo>
                  <a:lnTo>
                    <a:pt x="3665" y="7271"/>
                  </a:lnTo>
                  <a:lnTo>
                    <a:pt x="36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2">
              <a:extLst>
                <a:ext uri="{FF2B5EF4-FFF2-40B4-BE49-F238E27FC236}">
                  <a16:creationId xmlns:a16="http://schemas.microsoft.com/office/drawing/2014/main" id="{2EE2E174-AEFF-2761-C297-4782602EED58}"/>
                </a:ext>
              </a:extLst>
            </p:cNvPr>
            <p:cNvSpPr/>
            <p:nvPr/>
          </p:nvSpPr>
          <p:spPr>
            <a:xfrm>
              <a:off x="893124" y="4425466"/>
              <a:ext cx="60656" cy="60656"/>
            </a:xfrm>
            <a:custGeom>
              <a:avLst/>
              <a:gdLst/>
              <a:ahLst/>
              <a:cxnLst/>
              <a:rect l="l" t="t" r="r" b="b"/>
              <a:pathLst>
                <a:path w="3665" h="3665" extrusionOk="0">
                  <a:moveTo>
                    <a:pt x="0" y="0"/>
                  </a:moveTo>
                  <a:lnTo>
                    <a:pt x="0" y="3665"/>
                  </a:lnTo>
                  <a:lnTo>
                    <a:pt x="3664" y="3665"/>
                  </a:lnTo>
                  <a:lnTo>
                    <a:pt x="36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2">
              <a:extLst>
                <a:ext uri="{FF2B5EF4-FFF2-40B4-BE49-F238E27FC236}">
                  <a16:creationId xmlns:a16="http://schemas.microsoft.com/office/drawing/2014/main" id="{7FA15857-E566-4CBB-E8F5-62AAE0C36B8A}"/>
                </a:ext>
              </a:extLst>
            </p:cNvPr>
            <p:cNvSpPr/>
            <p:nvPr/>
          </p:nvSpPr>
          <p:spPr>
            <a:xfrm>
              <a:off x="833425" y="4486108"/>
              <a:ext cx="59712" cy="59696"/>
            </a:xfrm>
            <a:custGeom>
              <a:avLst/>
              <a:gdLst/>
              <a:ahLst/>
              <a:cxnLst/>
              <a:rect l="l" t="t" r="r" b="b"/>
              <a:pathLst>
                <a:path w="3608" h="3607" extrusionOk="0">
                  <a:moveTo>
                    <a:pt x="1" y="1"/>
                  </a:moveTo>
                  <a:lnTo>
                    <a:pt x="1" y="3607"/>
                  </a:lnTo>
                  <a:lnTo>
                    <a:pt x="3607" y="3607"/>
                  </a:lnTo>
                  <a:lnTo>
                    <a:pt x="36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32">
            <a:extLst>
              <a:ext uri="{FF2B5EF4-FFF2-40B4-BE49-F238E27FC236}">
                <a16:creationId xmlns:a16="http://schemas.microsoft.com/office/drawing/2014/main" id="{E7C26F42-25E6-120F-F053-119A26725E94}"/>
              </a:ext>
            </a:extLst>
          </p:cNvPr>
          <p:cNvGrpSpPr/>
          <p:nvPr/>
        </p:nvGrpSpPr>
        <p:grpSpPr>
          <a:xfrm>
            <a:off x="2192175" y="1611263"/>
            <a:ext cx="223897" cy="223875"/>
            <a:chOff x="5557700" y="413400"/>
            <a:chExt cx="223897" cy="223875"/>
          </a:xfrm>
        </p:grpSpPr>
        <p:sp>
          <p:nvSpPr>
            <p:cNvPr id="676" name="Google Shape;676;p32">
              <a:extLst>
                <a:ext uri="{FF2B5EF4-FFF2-40B4-BE49-F238E27FC236}">
                  <a16:creationId xmlns:a16="http://schemas.microsoft.com/office/drawing/2014/main" id="{44D39BF1-5DD2-68E1-ECC6-F580EAC9BE29}"/>
                </a:ext>
              </a:extLst>
            </p:cNvPr>
            <p:cNvSpPr/>
            <p:nvPr/>
          </p:nvSpPr>
          <p:spPr>
            <a:xfrm>
              <a:off x="5632725" y="413400"/>
              <a:ext cx="73850" cy="223875"/>
            </a:xfrm>
            <a:custGeom>
              <a:avLst/>
              <a:gdLst/>
              <a:ahLst/>
              <a:cxnLst/>
              <a:rect l="l" t="t" r="r" b="b"/>
              <a:pathLst>
                <a:path w="2954" h="3001" extrusionOk="0">
                  <a:moveTo>
                    <a:pt x="0" y="0"/>
                  </a:moveTo>
                  <a:lnTo>
                    <a:pt x="0" y="3001"/>
                  </a:lnTo>
                  <a:lnTo>
                    <a:pt x="2954" y="3001"/>
                  </a:lnTo>
                  <a:lnTo>
                    <a:pt x="29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2">
              <a:extLst>
                <a:ext uri="{FF2B5EF4-FFF2-40B4-BE49-F238E27FC236}">
                  <a16:creationId xmlns:a16="http://schemas.microsoft.com/office/drawing/2014/main" id="{200C04A0-5AF7-B711-CA5C-E561F0D534C9}"/>
                </a:ext>
              </a:extLst>
            </p:cNvPr>
            <p:cNvSpPr/>
            <p:nvPr/>
          </p:nvSpPr>
          <p:spPr>
            <a:xfrm>
              <a:off x="5557700" y="488400"/>
              <a:ext cx="223897" cy="73875"/>
            </a:xfrm>
            <a:custGeom>
              <a:avLst/>
              <a:gdLst/>
              <a:ahLst/>
              <a:cxnLst/>
              <a:rect l="l" t="t" r="r" b="b"/>
              <a:pathLst>
                <a:path w="3002" h="2955" extrusionOk="0">
                  <a:moveTo>
                    <a:pt x="1" y="1"/>
                  </a:moveTo>
                  <a:lnTo>
                    <a:pt x="1" y="2954"/>
                  </a:lnTo>
                  <a:lnTo>
                    <a:pt x="3002" y="2954"/>
                  </a:lnTo>
                  <a:lnTo>
                    <a:pt x="30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a:extLst>
                <a:ext uri="{FF2B5EF4-FFF2-40B4-BE49-F238E27FC236}">
                  <a16:creationId xmlns:a16="http://schemas.microsoft.com/office/drawing/2014/main" id="{18AF82B0-EECB-364E-4384-45AF274549A4}"/>
                </a:ext>
              </a:extLst>
            </p:cNvPr>
            <p:cNvSpPr/>
            <p:nvPr/>
          </p:nvSpPr>
          <p:spPr>
            <a:xfrm>
              <a:off x="5632725" y="488400"/>
              <a:ext cx="73850" cy="73875"/>
            </a:xfrm>
            <a:custGeom>
              <a:avLst/>
              <a:gdLst/>
              <a:ahLst/>
              <a:cxnLst/>
              <a:rect l="l" t="t" r="r" b="b"/>
              <a:pathLst>
                <a:path w="2954" h="2955" extrusionOk="0">
                  <a:moveTo>
                    <a:pt x="0" y="1"/>
                  </a:moveTo>
                  <a:lnTo>
                    <a:pt x="0" y="2954"/>
                  </a:lnTo>
                  <a:lnTo>
                    <a:pt x="2954" y="2954"/>
                  </a:lnTo>
                  <a:lnTo>
                    <a:pt x="2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9" name="Google Shape;679;p32">
            <a:extLst>
              <a:ext uri="{FF2B5EF4-FFF2-40B4-BE49-F238E27FC236}">
                <a16:creationId xmlns:a16="http://schemas.microsoft.com/office/drawing/2014/main" id="{3AC9D80F-44BE-515B-A181-DD29386CF830}"/>
              </a:ext>
            </a:extLst>
          </p:cNvPr>
          <p:cNvSpPr/>
          <p:nvPr/>
        </p:nvSpPr>
        <p:spPr>
          <a:xfrm>
            <a:off x="3787643" y="1397108"/>
            <a:ext cx="1506065" cy="554875"/>
          </a:xfrm>
          <a:prstGeom prst="rect">
            <a:avLst/>
          </a:prstGeom>
        </p:spPr>
        <p:txBody>
          <a:bodyPr>
            <a:prstTxWarp prst="textPlain">
              <a:avLst/>
            </a:prstTxWarp>
          </a:bodyPr>
          <a:lstStyle/>
          <a:p>
            <a:pPr lvl="0" algn="ctr"/>
            <a:r>
              <a:rPr b="0" i="0" dirty="0">
                <a:ln w="19050" cap="flat" cmpd="sng">
                  <a:solidFill>
                    <a:schemeClr val="accent1"/>
                  </a:solidFill>
                  <a:prstDash val="solid"/>
                  <a:round/>
                  <a:headEnd type="none" w="sm" len="sm"/>
                  <a:tailEnd type="none" w="sm" len="sm"/>
                </a:ln>
                <a:noFill/>
                <a:latin typeface="Press Start 2P"/>
              </a:rPr>
              <a:t>[</a:t>
            </a:r>
            <a:r>
              <a:rPr lang="en-US" b="0" i="0" dirty="0">
                <a:ln w="19050" cap="flat" cmpd="sng">
                  <a:solidFill>
                    <a:schemeClr val="accent1"/>
                  </a:solidFill>
                  <a:prstDash val="solid"/>
                  <a:round/>
                  <a:headEnd type="none" w="sm" len="sm"/>
                  <a:tailEnd type="none" w="sm" len="sm"/>
                </a:ln>
                <a:noFill/>
                <a:latin typeface="Press Start 2P"/>
              </a:rPr>
              <a:t>4</a:t>
            </a:r>
            <a:r>
              <a:rPr b="0" i="0" dirty="0">
                <a:ln w="19050" cap="flat" cmpd="sng">
                  <a:solidFill>
                    <a:schemeClr val="accent1"/>
                  </a:solidFill>
                  <a:prstDash val="solid"/>
                  <a:round/>
                  <a:headEnd type="none" w="sm" len="sm"/>
                  <a:tailEnd type="none" w="sm" len="sm"/>
                </a:ln>
                <a:noFill/>
                <a:latin typeface="Press Start 2P"/>
              </a:rPr>
              <a:t>]</a:t>
            </a:r>
          </a:p>
        </p:txBody>
      </p:sp>
      <p:grpSp>
        <p:nvGrpSpPr>
          <p:cNvPr id="704" name="Google Shape;704;p32">
            <a:extLst>
              <a:ext uri="{FF2B5EF4-FFF2-40B4-BE49-F238E27FC236}">
                <a16:creationId xmlns:a16="http://schemas.microsoft.com/office/drawing/2014/main" id="{28A8DD4C-3951-F4FB-6EE2-7524ACF6F4AE}"/>
              </a:ext>
            </a:extLst>
          </p:cNvPr>
          <p:cNvGrpSpPr/>
          <p:nvPr/>
        </p:nvGrpSpPr>
        <p:grpSpPr>
          <a:xfrm>
            <a:off x="6048619" y="539398"/>
            <a:ext cx="353419" cy="353419"/>
            <a:chOff x="713100" y="539400"/>
            <a:chExt cx="446575" cy="446575"/>
          </a:xfrm>
        </p:grpSpPr>
        <p:sp>
          <p:nvSpPr>
            <p:cNvPr id="705" name="Google Shape;705;p32">
              <a:extLst>
                <a:ext uri="{FF2B5EF4-FFF2-40B4-BE49-F238E27FC236}">
                  <a16:creationId xmlns:a16="http://schemas.microsoft.com/office/drawing/2014/main" id="{42ED1E7C-8B5E-C8F7-CBE2-4EB37B764BB4}"/>
                </a:ext>
              </a:extLst>
            </p:cNvPr>
            <p:cNvSpPr/>
            <p:nvPr/>
          </p:nvSpPr>
          <p:spPr>
            <a:xfrm>
              <a:off x="879800" y="707300"/>
              <a:ext cx="111975" cy="111950"/>
            </a:xfrm>
            <a:custGeom>
              <a:avLst/>
              <a:gdLst/>
              <a:ahLst/>
              <a:cxnLst/>
              <a:rect l="l" t="t" r="r" b="b"/>
              <a:pathLst>
                <a:path w="4479" h="4478" extrusionOk="0">
                  <a:moveTo>
                    <a:pt x="1" y="0"/>
                  </a:moveTo>
                  <a:lnTo>
                    <a:pt x="1" y="4478"/>
                  </a:lnTo>
                  <a:lnTo>
                    <a:pt x="4478" y="4478"/>
                  </a:lnTo>
                  <a:lnTo>
                    <a:pt x="44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2">
              <a:extLst>
                <a:ext uri="{FF2B5EF4-FFF2-40B4-BE49-F238E27FC236}">
                  <a16:creationId xmlns:a16="http://schemas.microsoft.com/office/drawing/2014/main" id="{052F7A0B-2DBA-E0E0-835A-61BC6F644797}"/>
                </a:ext>
              </a:extLst>
            </p:cNvPr>
            <p:cNvSpPr/>
            <p:nvPr/>
          </p:nvSpPr>
          <p:spPr>
            <a:xfrm>
              <a:off x="713100" y="539400"/>
              <a:ext cx="446575" cy="446575"/>
            </a:xfrm>
            <a:custGeom>
              <a:avLst/>
              <a:gdLst/>
              <a:ahLst/>
              <a:cxnLst/>
              <a:rect l="l" t="t" r="r" b="b"/>
              <a:pathLst>
                <a:path w="17863" h="17863" extrusionOk="0">
                  <a:moveTo>
                    <a:pt x="11146" y="6716"/>
                  </a:moveTo>
                  <a:lnTo>
                    <a:pt x="11146" y="11194"/>
                  </a:lnTo>
                  <a:lnTo>
                    <a:pt x="6669" y="11194"/>
                  </a:lnTo>
                  <a:lnTo>
                    <a:pt x="6669" y="6716"/>
                  </a:lnTo>
                  <a:close/>
                  <a:moveTo>
                    <a:pt x="6669" y="0"/>
                  </a:moveTo>
                  <a:lnTo>
                    <a:pt x="6669" y="2239"/>
                  </a:lnTo>
                  <a:lnTo>
                    <a:pt x="4430" y="2239"/>
                  </a:lnTo>
                  <a:lnTo>
                    <a:pt x="4430" y="4477"/>
                  </a:lnTo>
                  <a:lnTo>
                    <a:pt x="2239" y="4477"/>
                  </a:lnTo>
                  <a:lnTo>
                    <a:pt x="2239" y="6716"/>
                  </a:lnTo>
                  <a:lnTo>
                    <a:pt x="0" y="6716"/>
                  </a:lnTo>
                  <a:lnTo>
                    <a:pt x="0" y="11194"/>
                  </a:lnTo>
                  <a:lnTo>
                    <a:pt x="2239" y="11194"/>
                  </a:lnTo>
                  <a:lnTo>
                    <a:pt x="2239" y="13432"/>
                  </a:lnTo>
                  <a:lnTo>
                    <a:pt x="4430" y="13432"/>
                  </a:lnTo>
                  <a:lnTo>
                    <a:pt x="4430" y="15671"/>
                  </a:lnTo>
                  <a:lnTo>
                    <a:pt x="6669" y="15671"/>
                  </a:lnTo>
                  <a:lnTo>
                    <a:pt x="6669" y="17862"/>
                  </a:lnTo>
                  <a:lnTo>
                    <a:pt x="11146" y="17862"/>
                  </a:lnTo>
                  <a:lnTo>
                    <a:pt x="11146" y="15671"/>
                  </a:lnTo>
                  <a:lnTo>
                    <a:pt x="13385" y="15671"/>
                  </a:lnTo>
                  <a:lnTo>
                    <a:pt x="13385" y="13432"/>
                  </a:lnTo>
                  <a:lnTo>
                    <a:pt x="15624" y="13432"/>
                  </a:lnTo>
                  <a:lnTo>
                    <a:pt x="15624" y="11194"/>
                  </a:lnTo>
                  <a:lnTo>
                    <a:pt x="17862" y="11194"/>
                  </a:lnTo>
                  <a:lnTo>
                    <a:pt x="17862" y="6716"/>
                  </a:lnTo>
                  <a:lnTo>
                    <a:pt x="15624" y="6716"/>
                  </a:lnTo>
                  <a:lnTo>
                    <a:pt x="15624" y="4477"/>
                  </a:lnTo>
                  <a:lnTo>
                    <a:pt x="13385" y="4477"/>
                  </a:lnTo>
                  <a:lnTo>
                    <a:pt x="13385" y="2239"/>
                  </a:lnTo>
                  <a:lnTo>
                    <a:pt x="11146" y="2239"/>
                  </a:lnTo>
                  <a:lnTo>
                    <a:pt x="111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098" name="Picture 2" descr="SAVE Point | TS!Underswap Wiki | Fandom">
            <a:extLst>
              <a:ext uri="{FF2B5EF4-FFF2-40B4-BE49-F238E27FC236}">
                <a16:creationId xmlns:a16="http://schemas.microsoft.com/office/drawing/2014/main" id="{CE914156-117D-FC88-7728-E5CBC406B9AD}"/>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889504" y="2871504"/>
            <a:ext cx="509496" cy="537884"/>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0AA5479C-E615-B740-E1D7-04014C44BB2E}"/>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4"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3188487957"/>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258B-EB49-4438-058F-643605784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5F946-68E7-3821-C338-CCDCFD8B9FB9}"/>
              </a:ext>
            </a:extLst>
          </p:cNvPr>
          <p:cNvSpPr>
            <a:spLocks noGrp="1"/>
          </p:cNvSpPr>
          <p:nvPr>
            <p:ph type="title"/>
          </p:nvPr>
        </p:nvSpPr>
        <p:spPr/>
        <p:txBody>
          <a:bodyPr/>
          <a:lstStyle/>
          <a:p>
            <a:r>
              <a:rPr lang="en-US" dirty="0">
                <a:latin typeface="Press Start 2P" panose="020B0604020202020204" charset="0"/>
                <a:cs typeface="Calibri"/>
              </a:rPr>
              <a:t>WHAT DID WE </a:t>
            </a:r>
            <a:r>
              <a:rPr lang="en-US" dirty="0">
                <a:solidFill>
                  <a:schemeClr val="bg1"/>
                </a:solidFill>
                <a:latin typeface="Press Start 2P" panose="020B0604020202020204" charset="0"/>
                <a:cs typeface="Calibri"/>
              </a:rPr>
              <a:t>LEARN</a:t>
            </a:r>
            <a:r>
              <a:rPr lang="en-US" dirty="0">
                <a:latin typeface="Press Start 2P" panose="020B0604020202020204" charset="0"/>
                <a:cs typeface="Calibri"/>
              </a:rPr>
              <a:t>?</a:t>
            </a:r>
          </a:p>
        </p:txBody>
      </p:sp>
      <p:sp>
        <p:nvSpPr>
          <p:cNvPr id="3" name="Subtitle 2">
            <a:extLst>
              <a:ext uri="{FF2B5EF4-FFF2-40B4-BE49-F238E27FC236}">
                <a16:creationId xmlns:a16="http://schemas.microsoft.com/office/drawing/2014/main" id="{59A7D6EA-6606-881D-B531-90446FA122B7}"/>
              </a:ext>
            </a:extLst>
          </p:cNvPr>
          <p:cNvSpPr>
            <a:spLocks noGrp="1"/>
          </p:cNvSpPr>
          <p:nvPr>
            <p:ph type="body" idx="1"/>
          </p:nvPr>
        </p:nvSpPr>
        <p:spPr/>
        <p:txBody>
          <a:bodyPr/>
          <a:lstStyle/>
          <a:p>
            <a:pPr marL="139700" indent="0" algn="l">
              <a:buNone/>
            </a:pPr>
            <a:r>
              <a:rPr lang="en-US" sz="1300" dirty="0">
                <a:solidFill>
                  <a:schemeClr val="bg1"/>
                </a:solidFill>
                <a:latin typeface="Courier Prime" panose="020B0604020202020204" charset="0"/>
                <a:cs typeface="Calibri"/>
              </a:rPr>
              <a:t>Through working on this project, our team was able to learn many skills.</a:t>
            </a:r>
            <a:br>
              <a:rPr lang="en-US" sz="1300" dirty="0">
                <a:solidFill>
                  <a:schemeClr val="bg1"/>
                </a:solidFill>
                <a:latin typeface="Courier Prime" panose="020B0604020202020204" charset="0"/>
                <a:cs typeface="Calibri"/>
              </a:rPr>
            </a:br>
            <a:r>
              <a:rPr lang="en-US" sz="1300" dirty="0">
                <a:solidFill>
                  <a:schemeClr val="bg1"/>
                </a:solidFill>
                <a:latin typeface="Courier Prime" panose="020B0604020202020204" charset="0"/>
                <a:cs typeface="Calibri"/>
              </a:rPr>
              <a:t> </a:t>
            </a:r>
          </a:p>
          <a:p>
            <a:pPr marL="139700" indent="0" algn="l">
              <a:buNone/>
            </a:pPr>
            <a:r>
              <a:rPr lang="en-US" sz="1300" b="1" u="sng" dirty="0">
                <a:solidFill>
                  <a:schemeClr val="accent5"/>
                </a:solidFill>
                <a:latin typeface="Courier Prime" panose="020B0604020202020204" charset="0"/>
                <a:cs typeface="Calibri"/>
              </a:rPr>
              <a:t>Our three main learned skills were:</a:t>
            </a:r>
          </a:p>
          <a:p>
            <a:pPr algn="l">
              <a:buFont typeface="Wingdings" panose="05000000000000000000" pitchFamily="2" charset="2"/>
              <a:buChar char="§"/>
            </a:pPr>
            <a:r>
              <a:rPr lang="en-US" sz="1300" dirty="0">
                <a:solidFill>
                  <a:schemeClr val="bg1"/>
                </a:solidFill>
                <a:latin typeface="Courier Prime" panose="020B0604020202020204" charset="0"/>
                <a:cs typeface="Calibri"/>
              </a:rPr>
              <a:t>Improved Customer Communications: </a:t>
            </a:r>
            <a:r>
              <a:rPr lang="en-US" sz="1300" dirty="0">
                <a:latin typeface="Courier Prime" panose="020B0604020202020204" charset="0"/>
                <a:cs typeface="Calibri"/>
              </a:rPr>
              <a:t>We learned to better understand and address customer needs through regular demo interactions.</a:t>
            </a:r>
          </a:p>
          <a:p>
            <a:pPr algn="l">
              <a:buFont typeface="Wingdings" panose="05000000000000000000" pitchFamily="2" charset="2"/>
              <a:buChar char="§"/>
            </a:pPr>
            <a:r>
              <a:rPr lang="en-US" sz="1300" dirty="0">
                <a:solidFill>
                  <a:schemeClr val="bg1"/>
                </a:solidFill>
                <a:latin typeface="Courier Prime" panose="020B0604020202020204" charset="0"/>
                <a:cs typeface="Calibri"/>
              </a:rPr>
              <a:t>Improved Team Collaboration: </a:t>
            </a:r>
            <a:r>
              <a:rPr lang="en-US" sz="1300" dirty="0">
                <a:latin typeface="Courier Prime" panose="020B0604020202020204" charset="0"/>
                <a:cs typeface="Calibri"/>
              </a:rPr>
              <a:t>Enhanced our skills by working together seamlessly and frequently, making it possible to leverage each of our member's strengths.</a:t>
            </a:r>
          </a:p>
          <a:p>
            <a:pPr algn="l">
              <a:buFont typeface="Wingdings" panose="05000000000000000000" pitchFamily="2" charset="2"/>
              <a:buChar char="§"/>
            </a:pPr>
            <a:r>
              <a:rPr lang="en-US" sz="1300" dirty="0">
                <a:solidFill>
                  <a:schemeClr val="bg1"/>
                </a:solidFill>
                <a:latin typeface="Courier Prime" panose="020B0604020202020204" charset="0"/>
                <a:cs typeface="Calibri"/>
              </a:rPr>
              <a:t>Autonomous Decision-Making: </a:t>
            </a:r>
            <a:r>
              <a:rPr lang="en-US" sz="1300" dirty="0">
                <a:latin typeface="Courier Prime" panose="020B0604020202020204" charset="0"/>
                <a:cs typeface="Calibri"/>
              </a:rPr>
              <a:t>Gained the ability to make team-based decisions without needing constant approval from all members. Being smart as we made decision made puzzle pieces fit together better.</a:t>
            </a:r>
            <a:endParaRPr lang="en-US" sz="1300" dirty="0">
              <a:solidFill>
                <a:srgbClr val="000000"/>
              </a:solidFill>
              <a:latin typeface="Courier Prime" panose="020B0604020202020204" charset="0"/>
            </a:endParaRPr>
          </a:p>
          <a:p>
            <a:endParaRPr lang="en-US" sz="1350" dirty="0">
              <a:solidFill>
                <a:srgbClr val="494949"/>
              </a:solidFill>
              <a:latin typeface="Calibri"/>
            </a:endParaRPr>
          </a:p>
        </p:txBody>
      </p:sp>
      <p:sp>
        <p:nvSpPr>
          <p:cNvPr id="4" name="Google Shape;600;p31">
            <a:extLst>
              <a:ext uri="{FF2B5EF4-FFF2-40B4-BE49-F238E27FC236}">
                <a16:creationId xmlns:a16="http://schemas.microsoft.com/office/drawing/2014/main" id="{F9D38276-0BE9-5338-30D2-553EBCB81971}"/>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 Placeholder 2">
            <a:extLst>
              <a:ext uri="{FF2B5EF4-FFF2-40B4-BE49-F238E27FC236}">
                <a16:creationId xmlns:a16="http://schemas.microsoft.com/office/drawing/2014/main" id="{B4D214A9-1B1F-921A-3859-48F946DBD653}"/>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5" name="Picture 2">
            <a:extLst>
              <a:ext uri="{FF2B5EF4-FFF2-40B4-BE49-F238E27FC236}">
                <a16:creationId xmlns:a16="http://schemas.microsoft.com/office/drawing/2014/main" id="{30C6A661-701E-A4D7-9CDC-4141C17EB012}"/>
              </a:ext>
            </a:extLst>
          </p:cNvPr>
          <p:cNvPicPr>
            <a:picLocks noChangeAspect="1" noChangeArrowheads="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611918" y="3617698"/>
            <a:ext cx="1425503" cy="1425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651792"/>
      </p:ext>
    </p:extLst>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4EFB1-9E29-0DCE-3B6F-3C301DC12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283E8-6C19-7B42-0661-1CE743724B6F}"/>
              </a:ext>
            </a:extLst>
          </p:cNvPr>
          <p:cNvSpPr>
            <a:spLocks noGrp="1"/>
          </p:cNvSpPr>
          <p:nvPr>
            <p:ph type="title"/>
          </p:nvPr>
        </p:nvSpPr>
        <p:spPr/>
        <p:txBody>
          <a:bodyPr/>
          <a:lstStyle/>
          <a:p>
            <a:r>
              <a:rPr lang="en-US" dirty="0">
                <a:latin typeface="Press Start 2P" panose="020B0604020202020204" charset="0"/>
                <a:cs typeface="Calibri"/>
              </a:rPr>
              <a:t>WHAT DID WE </a:t>
            </a:r>
            <a:r>
              <a:rPr lang="en-US" dirty="0">
                <a:solidFill>
                  <a:schemeClr val="bg1"/>
                </a:solidFill>
                <a:latin typeface="Press Start 2P" panose="020B0604020202020204" charset="0"/>
                <a:cs typeface="Calibri"/>
              </a:rPr>
              <a:t>STRUGGLE </a:t>
            </a:r>
            <a:r>
              <a:rPr lang="en-US" dirty="0">
                <a:latin typeface="Press Start 2P" panose="020B0604020202020204" charset="0"/>
                <a:cs typeface="Calibri"/>
              </a:rPr>
              <a:t>WITH?</a:t>
            </a:r>
          </a:p>
        </p:txBody>
      </p:sp>
      <p:sp>
        <p:nvSpPr>
          <p:cNvPr id="3" name="Subtitle 2">
            <a:extLst>
              <a:ext uri="{FF2B5EF4-FFF2-40B4-BE49-F238E27FC236}">
                <a16:creationId xmlns:a16="http://schemas.microsoft.com/office/drawing/2014/main" id="{EEF3C83D-7E78-F668-0864-158B010ECD5E}"/>
              </a:ext>
            </a:extLst>
          </p:cNvPr>
          <p:cNvSpPr>
            <a:spLocks noGrp="1"/>
          </p:cNvSpPr>
          <p:nvPr>
            <p:ph type="body" idx="1"/>
          </p:nvPr>
        </p:nvSpPr>
        <p:spPr/>
        <p:txBody>
          <a:bodyPr/>
          <a:lstStyle/>
          <a:p>
            <a:pPr marL="139700" indent="0" algn="l">
              <a:buNone/>
            </a:pPr>
            <a:r>
              <a:rPr lang="en-US" sz="1300" dirty="0">
                <a:latin typeface="Courier Prime" panose="020B0604020202020204" charset="0"/>
                <a:cs typeface="Calibri"/>
              </a:rPr>
              <a:t>Although we were able to finish the project with all functionality finished, we did encounter some problems as we developed this software.  </a:t>
            </a:r>
          </a:p>
          <a:p>
            <a:pPr marL="139700" indent="0" algn="l">
              <a:buNone/>
            </a:pPr>
            <a:r>
              <a:rPr lang="en-US" sz="1300" b="1" u="sng" dirty="0">
                <a:solidFill>
                  <a:schemeClr val="accent5"/>
                </a:solidFill>
                <a:latin typeface="Courier Prime" panose="020B0604020202020204" charset="0"/>
                <a:cs typeface="Calibri"/>
              </a:rPr>
              <a:t>The three big problem we faced were as follows:</a:t>
            </a:r>
          </a:p>
          <a:p>
            <a:pPr algn="l">
              <a:buFont typeface="Wingdings" panose="05000000000000000000" pitchFamily="2" charset="2"/>
              <a:buChar char="§"/>
            </a:pPr>
            <a:endParaRPr lang="en-US" sz="1300" dirty="0">
              <a:latin typeface="Courier Prime" panose="020B0604020202020204" charset="0"/>
              <a:cs typeface="Calibri"/>
            </a:endParaRPr>
          </a:p>
          <a:p>
            <a:pPr marL="482600" indent="-342900" algn="l">
              <a:buFont typeface="+mj-lt"/>
              <a:buAutoNum type="arabicPeriod"/>
            </a:pPr>
            <a:r>
              <a:rPr lang="en-US" sz="1300" dirty="0">
                <a:solidFill>
                  <a:schemeClr val="bg1"/>
                </a:solidFill>
                <a:latin typeface="Courier Prime" panose="020B0604020202020204" charset="0"/>
              </a:rPr>
              <a:t>We faced </a:t>
            </a:r>
            <a:r>
              <a:rPr lang="en-US" sz="1300" b="1" dirty="0">
                <a:latin typeface="Courier Prime" panose="020B0604020202020204" charset="0"/>
              </a:rPr>
              <a:t>coordination problems </a:t>
            </a:r>
            <a:r>
              <a:rPr lang="en-US" sz="1300" dirty="0">
                <a:solidFill>
                  <a:schemeClr val="bg1"/>
                </a:solidFill>
                <a:latin typeface="Courier Prime" panose="020B0604020202020204" charset="0"/>
              </a:rPr>
              <a:t>during the initial design phase, which slowed our progress.</a:t>
            </a:r>
          </a:p>
          <a:p>
            <a:pPr marL="482600" indent="-342900" algn="l">
              <a:buFont typeface="+mj-lt"/>
              <a:buAutoNum type="arabicPeriod"/>
            </a:pPr>
            <a:r>
              <a:rPr lang="en-US" sz="1300" dirty="0">
                <a:solidFill>
                  <a:schemeClr val="bg1"/>
                </a:solidFill>
                <a:latin typeface="Courier Prime" panose="020B0604020202020204" charset="0"/>
              </a:rPr>
              <a:t>There were </a:t>
            </a:r>
            <a:r>
              <a:rPr lang="en-US" sz="1300" b="1" dirty="0">
                <a:latin typeface="Courier Prime" panose="020B0604020202020204" charset="0"/>
              </a:rPr>
              <a:t>disagreements on certain elements</a:t>
            </a:r>
            <a:r>
              <a:rPr lang="en-US" sz="1300" dirty="0">
                <a:solidFill>
                  <a:schemeClr val="bg1"/>
                </a:solidFill>
                <a:latin typeface="Courier Prime" panose="020B0604020202020204" charset="0"/>
              </a:rPr>
              <a:t>, such as the sidebar, leading to a few day delays where members would make builds to sell their ideas for the site layout.</a:t>
            </a:r>
          </a:p>
          <a:p>
            <a:pPr marL="482600" indent="-342900" algn="l">
              <a:buFont typeface="+mj-lt"/>
              <a:buAutoNum type="arabicPeriod"/>
            </a:pPr>
            <a:r>
              <a:rPr lang="en-US" sz="1300" dirty="0">
                <a:solidFill>
                  <a:schemeClr val="bg1"/>
                </a:solidFill>
                <a:latin typeface="Courier Prime" panose="020B0604020202020204" charset="0"/>
              </a:rPr>
              <a:t>We experienced </a:t>
            </a:r>
            <a:r>
              <a:rPr lang="en-US" sz="1300" b="1" dirty="0">
                <a:latin typeface="Courier Prime" panose="020B0604020202020204" charset="0"/>
              </a:rPr>
              <a:t>wait times for certain components</a:t>
            </a:r>
            <a:r>
              <a:rPr lang="en-US" sz="1300" dirty="0">
                <a:solidFill>
                  <a:schemeClr val="bg1"/>
                </a:solidFill>
                <a:latin typeface="Courier Prime" panose="020B0604020202020204" charset="0"/>
              </a:rPr>
              <a:t> due to needing clarifications, which led to certain </a:t>
            </a:r>
            <a:r>
              <a:rPr lang="en-US" sz="1300" b="1" dirty="0">
                <a:latin typeface="Courier Prime" panose="020B0604020202020204" charset="0"/>
              </a:rPr>
              <a:t>elements being ahead of others. </a:t>
            </a:r>
          </a:p>
        </p:txBody>
      </p:sp>
      <p:pic>
        <p:nvPicPr>
          <p:cNvPr id="6146" name="Picture 2">
            <a:extLst>
              <a:ext uri="{FF2B5EF4-FFF2-40B4-BE49-F238E27FC236}">
                <a16:creationId xmlns:a16="http://schemas.microsoft.com/office/drawing/2014/main" id="{49DDF1D6-4811-34A6-E147-C16924C2AF3E}"/>
              </a:ext>
            </a:extLst>
          </p:cNvPr>
          <p:cNvPicPr>
            <a:picLocks noChangeAspect="1" noChangeArrowheads="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611918" y="3617698"/>
            <a:ext cx="1425503" cy="1425503"/>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00;p31">
            <a:extLst>
              <a:ext uri="{FF2B5EF4-FFF2-40B4-BE49-F238E27FC236}">
                <a16:creationId xmlns:a16="http://schemas.microsoft.com/office/drawing/2014/main" id="{E341A33A-3E97-AD0D-486F-4D870071056A}"/>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 Placeholder 2">
            <a:extLst>
              <a:ext uri="{FF2B5EF4-FFF2-40B4-BE49-F238E27FC236}">
                <a16:creationId xmlns:a16="http://schemas.microsoft.com/office/drawing/2014/main" id="{D4C0380C-F4E8-9279-FA64-021BB876F3C9}"/>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3031230544"/>
      </p:ext>
    </p:extLst>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62E5-FE64-9A5B-ED69-B902BBE91EDF}"/>
              </a:ext>
            </a:extLst>
          </p:cNvPr>
          <p:cNvSpPr>
            <a:spLocks noGrp="1"/>
          </p:cNvSpPr>
          <p:nvPr>
            <p:ph type="title"/>
          </p:nvPr>
        </p:nvSpPr>
        <p:spPr/>
        <p:txBody>
          <a:bodyPr/>
          <a:lstStyle/>
          <a:p>
            <a:r>
              <a:rPr lang="en-US" dirty="0">
                <a:latin typeface="Press Start 2P" panose="020B0604020202020204" charset="0"/>
                <a:cs typeface="Calibri"/>
              </a:rPr>
              <a:t>HOW CAN WE </a:t>
            </a:r>
            <a:r>
              <a:rPr lang="en-US" dirty="0">
                <a:solidFill>
                  <a:schemeClr val="bg1"/>
                </a:solidFill>
                <a:latin typeface="Press Start 2P" panose="020B0604020202020204" charset="0"/>
                <a:cs typeface="Calibri"/>
              </a:rPr>
              <a:t>IMPROVE</a:t>
            </a:r>
            <a:r>
              <a:rPr lang="en-US" dirty="0">
                <a:latin typeface="Press Start 2P" panose="020B0604020202020204" charset="0"/>
                <a:cs typeface="Calibri"/>
              </a:rPr>
              <a:t>?</a:t>
            </a:r>
          </a:p>
        </p:txBody>
      </p:sp>
      <p:sp>
        <p:nvSpPr>
          <p:cNvPr id="3" name="Subtitle 2">
            <a:extLst>
              <a:ext uri="{FF2B5EF4-FFF2-40B4-BE49-F238E27FC236}">
                <a16:creationId xmlns:a16="http://schemas.microsoft.com/office/drawing/2014/main" id="{B535105B-0752-23FF-C189-CBAC38C44497}"/>
              </a:ext>
            </a:extLst>
          </p:cNvPr>
          <p:cNvSpPr>
            <a:spLocks noGrp="1"/>
          </p:cNvSpPr>
          <p:nvPr>
            <p:ph type="body" idx="1"/>
          </p:nvPr>
        </p:nvSpPr>
        <p:spPr/>
        <p:txBody>
          <a:bodyPr/>
          <a:lstStyle/>
          <a:p>
            <a:pPr marL="139700" indent="0" algn="l">
              <a:buNone/>
            </a:pPr>
            <a:r>
              <a:rPr lang="en-US" u="sng" dirty="0">
                <a:solidFill>
                  <a:schemeClr val="accent5"/>
                </a:solidFill>
                <a:latin typeface="Courier Prime" panose="020B0604020202020204" charset="0"/>
                <a:cs typeface="Calibri"/>
              </a:rPr>
              <a:t>We think we could have improved this project by doing the following as a team:</a:t>
            </a:r>
          </a:p>
          <a:p>
            <a:pPr>
              <a:buFont typeface="+mj-lt"/>
              <a:buAutoNum type="arabicPeriod"/>
            </a:pPr>
            <a:r>
              <a:rPr lang="en-US" b="1" dirty="0">
                <a:solidFill>
                  <a:schemeClr val="bg1"/>
                </a:solidFill>
              </a:rPr>
              <a:t>Planning Layouts IN-PERSON</a:t>
            </a:r>
            <a:r>
              <a:rPr lang="en-US" dirty="0"/>
              <a:t>: If we used a whiteboard to sketch potential GUIs at the start, we would have saved much time instead of trying to implement ideas into svelte.</a:t>
            </a:r>
          </a:p>
          <a:p>
            <a:pPr>
              <a:buFont typeface="+mj-lt"/>
              <a:buAutoNum type="arabicPeriod"/>
            </a:pPr>
            <a:r>
              <a:rPr lang="en-US" b="1" dirty="0">
                <a:solidFill>
                  <a:schemeClr val="bg1"/>
                </a:solidFill>
              </a:rPr>
              <a:t>Flexibility in Roles</a:t>
            </a:r>
            <a:r>
              <a:rPr lang="en-US" dirty="0"/>
              <a:t>: If we allowed greater team member crossover in tasks at the start, our team would’ve worked much more efficiency.</a:t>
            </a:r>
          </a:p>
          <a:p>
            <a:pPr marL="139700" indent="0">
              <a:buNone/>
            </a:pPr>
            <a:r>
              <a:rPr lang="en-US" u="sng" dirty="0">
                <a:solidFill>
                  <a:schemeClr val="accent5"/>
                </a:solidFill>
              </a:rPr>
              <a:t>Some missing features that would make INFILTR8 better if we had more time:</a:t>
            </a:r>
          </a:p>
          <a:p>
            <a:pPr>
              <a:buFont typeface="Wingdings" panose="05000000000000000000" pitchFamily="2" charset="2"/>
              <a:buChar char="§"/>
            </a:pPr>
            <a:r>
              <a:rPr lang="en-US" dirty="0">
                <a:solidFill>
                  <a:schemeClr val="bg1"/>
                </a:solidFill>
              </a:rPr>
              <a:t>Combining color filters</a:t>
            </a:r>
            <a:r>
              <a:rPr lang="en-US" dirty="0"/>
              <a:t>: Some people are double </a:t>
            </a:r>
          </a:p>
          <a:p>
            <a:pPr marL="139700" indent="0">
              <a:buNone/>
            </a:pPr>
            <a:r>
              <a:rPr lang="en-US" dirty="0"/>
              <a:t>color blind, but this would make INFILTR8 more accessible..</a:t>
            </a:r>
          </a:p>
          <a:p>
            <a:pPr>
              <a:buFont typeface="Wingdings" panose="05000000000000000000" pitchFamily="2" charset="2"/>
              <a:buChar char="§"/>
            </a:pPr>
            <a:r>
              <a:rPr lang="en-US" dirty="0">
                <a:solidFill>
                  <a:schemeClr val="bg1"/>
                </a:solidFill>
              </a:rPr>
              <a:t>Analyze multiple projects at the same time</a:t>
            </a:r>
            <a:r>
              <a:rPr lang="en-US" dirty="0"/>
              <a:t>: Improve</a:t>
            </a:r>
          </a:p>
          <a:p>
            <a:pPr marL="139700" indent="0">
              <a:buNone/>
            </a:pPr>
            <a:r>
              <a:rPr lang="en-US" dirty="0"/>
              <a:t>Efficiency.</a:t>
            </a:r>
          </a:p>
          <a:p>
            <a:pPr>
              <a:buFont typeface="Wingdings" panose="05000000000000000000" pitchFamily="2" charset="2"/>
              <a:buChar char="§"/>
            </a:pPr>
            <a:r>
              <a:rPr lang="en-US" dirty="0"/>
              <a:t>Make a </a:t>
            </a:r>
            <a:r>
              <a:rPr lang="en-US" dirty="0">
                <a:solidFill>
                  <a:schemeClr val="bg1"/>
                </a:solidFill>
              </a:rPr>
              <a:t>custom logo </a:t>
            </a:r>
            <a:r>
              <a:rPr lang="en-US" dirty="0"/>
              <a:t>for the site.</a:t>
            </a:r>
          </a:p>
        </p:txBody>
      </p:sp>
      <p:sp>
        <p:nvSpPr>
          <p:cNvPr id="4" name="Google Shape;600;p31">
            <a:extLst>
              <a:ext uri="{FF2B5EF4-FFF2-40B4-BE49-F238E27FC236}">
                <a16:creationId xmlns:a16="http://schemas.microsoft.com/office/drawing/2014/main" id="{EE0F0313-DD3F-50C4-1593-90606B5B11AF}"/>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 Placeholder 2">
            <a:extLst>
              <a:ext uri="{FF2B5EF4-FFF2-40B4-BE49-F238E27FC236}">
                <a16:creationId xmlns:a16="http://schemas.microsoft.com/office/drawing/2014/main" id="{6A5D34B3-7E9A-A308-AE40-864F4165815C}"/>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pic>
        <p:nvPicPr>
          <p:cNvPr id="5" name="Picture 2">
            <a:extLst>
              <a:ext uri="{FF2B5EF4-FFF2-40B4-BE49-F238E27FC236}">
                <a16:creationId xmlns:a16="http://schemas.microsoft.com/office/drawing/2014/main" id="{3EB3714D-7639-4B33-DEB9-E155183416BA}"/>
              </a:ext>
            </a:extLst>
          </p:cNvPr>
          <p:cNvPicPr>
            <a:picLocks noChangeAspect="1" noChangeArrowheads="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430348" y="3482241"/>
            <a:ext cx="1505474" cy="1505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26997"/>
      </p:ext>
    </p:extLst>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3B392-DE64-1713-F7EF-0B24E31309CE}"/>
              </a:ext>
            </a:extLst>
          </p:cNvPr>
          <p:cNvSpPr>
            <a:spLocks noGrp="1"/>
          </p:cNvSpPr>
          <p:nvPr>
            <p:ph type="title"/>
          </p:nvPr>
        </p:nvSpPr>
        <p:spPr>
          <a:xfrm>
            <a:off x="713100" y="539400"/>
            <a:ext cx="8004180" cy="372600"/>
          </a:xfrm>
        </p:spPr>
        <p:txBody>
          <a:bodyPr/>
          <a:lstStyle/>
          <a:p>
            <a:r>
              <a:rPr lang="en-US" sz="2000" dirty="0">
                <a:latin typeface="Press Start 2P" panose="020B0604020202020204" charset="0"/>
                <a:ea typeface="Calibri" panose="020F0502020204030204" pitchFamily="34" charset="0"/>
                <a:cs typeface="Calibri" panose="020F0502020204030204" pitchFamily="34" charset="0"/>
              </a:rPr>
              <a:t>Photo References </a:t>
            </a:r>
            <a:r>
              <a:rPr lang="en-US" sz="2000" dirty="0">
                <a:solidFill>
                  <a:schemeClr val="bg1"/>
                </a:solidFill>
                <a:latin typeface="Press Start 2P" panose="020B0604020202020204" charset="0"/>
                <a:ea typeface="Calibri" panose="020F0502020204030204" pitchFamily="34" charset="0"/>
                <a:cs typeface="Calibri" panose="020F0502020204030204" pitchFamily="34" charset="0"/>
              </a:rPr>
              <a:t>[APA]_</a:t>
            </a:r>
          </a:p>
        </p:txBody>
      </p:sp>
      <p:sp>
        <p:nvSpPr>
          <p:cNvPr id="3" name="Subtitle 2">
            <a:extLst>
              <a:ext uri="{FF2B5EF4-FFF2-40B4-BE49-F238E27FC236}">
                <a16:creationId xmlns:a16="http://schemas.microsoft.com/office/drawing/2014/main" id="{B6E226B2-30A4-C7DC-BB69-22446ABC6EA8}"/>
              </a:ext>
            </a:extLst>
          </p:cNvPr>
          <p:cNvSpPr>
            <a:spLocks noGrp="1"/>
          </p:cNvSpPr>
          <p:nvPr>
            <p:ph type="body" idx="1"/>
          </p:nvPr>
        </p:nvSpPr>
        <p:spPr>
          <a:xfrm>
            <a:off x="719950" y="1183314"/>
            <a:ext cx="7717800" cy="3692100"/>
          </a:xfrm>
        </p:spPr>
        <p:txBody>
          <a:bodyPr/>
          <a:lstStyle/>
          <a:p>
            <a:pPr marL="114300" indent="0" algn="l" defTabSz="685800">
              <a:buNone/>
              <a:defRPr/>
            </a:pPr>
            <a:r>
              <a:rPr lang="en-US" sz="900" b="1" i="1" u="sng" dirty="0">
                <a:latin typeface="Courier Prime" panose="020B0604020202020204" charset="0"/>
                <a:ea typeface="Calibri" panose="020F0502020204030204" pitchFamily="34" charset="0"/>
                <a:cs typeface="Calibri"/>
              </a:rPr>
              <a:t>Simple Logo Clipart​</a:t>
            </a:r>
            <a:endParaRPr lang="en-US" sz="900" b="1" i="1" u="sng" dirty="0">
              <a:latin typeface="Courier Prime" panose="020B0604020202020204" charset="0"/>
            </a:endParaRPr>
          </a:p>
          <a:p>
            <a:pPr marL="342900" indent="-22860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Microsoft. (n.d.). Logo Clipart. Built in Microsoft PowerPoint.​</a:t>
            </a:r>
          </a:p>
          <a:p>
            <a:pPr marL="114300" indent="0" algn="l" defTabSz="685800" fontAlgn="base">
              <a:buClr>
                <a:srgbClr val="494949"/>
              </a:buClr>
              <a:buNone/>
              <a:defRPr/>
            </a:pPr>
            <a:r>
              <a:rPr lang="en-US" sz="900" b="1" i="1" u="sng" dirty="0">
                <a:latin typeface="Courier Prime" panose="020B0604020202020204" charset="0"/>
                <a:ea typeface="Calibri" panose="020F0502020204030204" pitchFamily="34" charset="0"/>
                <a:cs typeface="Calibri"/>
              </a:rPr>
              <a:t>Stock Photos [Alphabetical Order]</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Adobe Stock. (2024). Electronic circuit board close-up on blue background [Photograph]. Retrieved from 	https://stock.adobe.com/images/electronic-circuit-board-close-up-blue-background/376478081</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Dejpknyizje2n. (2024). Pink Human Brain 8 Bit Pixel Art Sticker. Retrieved from 	https://dejpknyizje2n.cloudfront.net/media/carstickers/versions/pink-human-brain-8-bit-pixel-art-	sticker-u20ea-x450.png</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DEVCOM. (2024). DEVCOM Logo. [Photograph]. Retrieved from 	https://www.t2.army.mil/portals/120/ARL_Logo.png?ver=KrVnyUdHsJI%3</a:t>
            </a:r>
          </a:p>
          <a:p>
            <a:pPr marL="285750" indent="-171450" algn="l" defTabSz="685800" fontAlgn="base">
              <a:buClr>
                <a:srgbClr val="494949"/>
              </a:buClr>
              <a:buFont typeface="Wingdings" panose="05000000000000000000" pitchFamily="2" charset="2"/>
              <a:buChar char="§"/>
              <a:defRPr/>
            </a:pPr>
            <a:r>
              <a:rPr lang="en-US" sz="900" dirty="0" err="1">
                <a:latin typeface="Courier Prime" panose="020B0604020202020204" charset="0"/>
                <a:ea typeface="Calibri" panose="020F0502020204030204" pitchFamily="34" charset="0"/>
                <a:cs typeface="Calibri"/>
              </a:rPr>
              <a:t>Freepik</a:t>
            </a:r>
            <a:r>
              <a:rPr lang="en-US" sz="900" dirty="0">
                <a:latin typeface="Courier Prime" panose="020B0604020202020204" charset="0"/>
                <a:ea typeface="Calibri" panose="020F0502020204030204" pitchFamily="34" charset="0"/>
                <a:cs typeface="Calibri"/>
              </a:rPr>
              <a:t>. (2024). Pixel Art Medal Icon 8bit Game White Background. Retrieved from 	https://www.freepik.com/premium-vector/pixel-art-medal-icon-8bit-game-white-background_16552034.htm</a:t>
            </a:r>
          </a:p>
          <a:p>
            <a:pPr marL="285750" indent="-171450" algn="l" defTabSz="685800" fontAlgn="base">
              <a:buClr>
                <a:srgbClr val="494949"/>
              </a:buClr>
              <a:buFont typeface="Wingdings" panose="05000000000000000000" pitchFamily="2" charset="2"/>
              <a:buChar char="§"/>
              <a:defRPr/>
            </a:pPr>
            <a:r>
              <a:rPr lang="en-US" sz="900" dirty="0" err="1">
                <a:latin typeface="Courier Prime" panose="020B0604020202020204" charset="0"/>
                <a:ea typeface="Calibri" panose="020F0502020204030204" pitchFamily="34" charset="0"/>
                <a:cs typeface="Calibri"/>
              </a:rPr>
              <a:t>Krasamo</a:t>
            </a:r>
            <a:r>
              <a:rPr lang="en-US" sz="900" dirty="0">
                <a:latin typeface="Courier Prime" panose="020B0604020202020204" charset="0"/>
                <a:ea typeface="Calibri" panose="020F0502020204030204" pitchFamily="34" charset="0"/>
                <a:cs typeface="Calibri"/>
              </a:rPr>
              <a:t>. (2023). Understanding Use Cases, Use Case Scenarios, User Stories, and Flow Charts [Photograph]. 	Retrieved from https://www.krasamo.com/wp-content/uploads/Understanding-Use-Cases-Use-Case-	Scenarios-User-strories-and-Flow-Charts-2880x1800.jpg</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LinkedIn. (2022). How to Choose a Server Rack: What Factors Should You Consider? [Photograph]. Retrieved 	from https://media.licdn.com/dms/image/C5612AQHPO9kCUeFDgA/article-	cover_imageshrink_720_1280/0/1651560827418?e=2147483647&amp;v=beta&amp;t=8aqHSnOZDWQws4F-	0nnGXjha96HYbescmlb29Wx1jas</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Redbubble. (2016). Flat Pink Human Brain Image. Retrieved from 	https://ih1.redbubble.net/image.513035976.0905/flat,750x,075,f-pad,750x1000,f8f8f8.u3.jpg</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Reddit. (2020). Undertale Save Point. Retrieved from 	https://www.reddit.com/r/CalamityMod/comments/18lhr6u/has_anyone_noticed_that/#lightbox</a:t>
            </a:r>
          </a:p>
          <a:p>
            <a:pPr marL="285750" indent="-171450" algn="l" defTabSz="685800" fontAlgn="base">
              <a:buClr>
                <a:srgbClr val="494949"/>
              </a:buClr>
              <a:buFont typeface="Wingdings" panose="05000000000000000000" pitchFamily="2" charset="2"/>
              <a:buChar char="§"/>
              <a:defRPr/>
            </a:pPr>
            <a:r>
              <a:rPr lang="en-US" sz="900" dirty="0">
                <a:latin typeface="Courier Prime" panose="020B0604020202020204" charset="0"/>
                <a:ea typeface="Calibri" panose="020F0502020204030204" pitchFamily="34" charset="0"/>
                <a:cs typeface="Calibri"/>
              </a:rPr>
              <a:t>Wikimedia Commons. (2021). Cell Tower, Richmond Hill [Photograph]. Retrieved from 	https://upload.wikimedia.org/wikipedia/commons/1/18/CellTowerRichmondHill.jpg</a:t>
            </a:r>
          </a:p>
        </p:txBody>
      </p:sp>
      <p:sp>
        <p:nvSpPr>
          <p:cNvPr id="7" name="Google Shape;600;p31">
            <a:extLst>
              <a:ext uri="{FF2B5EF4-FFF2-40B4-BE49-F238E27FC236}">
                <a16:creationId xmlns:a16="http://schemas.microsoft.com/office/drawing/2014/main" id="{ABB8BA27-97FC-DA14-D798-5E4832400971}"/>
              </a:ext>
            </a:extLst>
          </p:cNvPr>
          <p:cNvSpPr/>
          <p:nvPr/>
        </p:nvSpPr>
        <p:spPr>
          <a:xfrm>
            <a:off x="719950" y="504543"/>
            <a:ext cx="7710900" cy="483000"/>
          </a:xfrm>
          <a:prstGeom prst="rect">
            <a:avLst/>
          </a:prstGeom>
          <a:noFill/>
          <a:ln w="38100"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 Placeholder 2">
            <a:extLst>
              <a:ext uri="{FF2B5EF4-FFF2-40B4-BE49-F238E27FC236}">
                <a16:creationId xmlns:a16="http://schemas.microsoft.com/office/drawing/2014/main" id="{7B343620-FD1C-CCEE-652F-C9EE037F18F4}"/>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2418899343"/>
      </p:ext>
    </p:extLst>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3981-CE01-DD61-678E-E9D141824F60}"/>
              </a:ext>
            </a:extLst>
          </p:cNvPr>
          <p:cNvSpPr>
            <a:spLocks noGrp="1"/>
          </p:cNvSpPr>
          <p:nvPr>
            <p:ph type="title"/>
          </p:nvPr>
        </p:nvSpPr>
        <p:spPr>
          <a:xfrm>
            <a:off x="540495" y="2023156"/>
            <a:ext cx="7717800" cy="372600"/>
          </a:xfrm>
        </p:spPr>
        <p:txBody>
          <a:bodyPr/>
          <a:lstStyle/>
          <a:p>
            <a:pPr algn="l"/>
            <a:r>
              <a:rPr lang="en-US" sz="4400" b="0" dirty="0">
                <a:latin typeface="Press Start 2P" panose="020B0604020202020204" charset="0"/>
                <a:ea typeface="Calibri" panose="020F0502020204030204" pitchFamily="34" charset="0"/>
                <a:cs typeface="Calibri" panose="020F0502020204030204" pitchFamily="34" charset="0"/>
              </a:rPr>
              <a:t>Thank You!</a:t>
            </a:r>
          </a:p>
        </p:txBody>
      </p:sp>
      <p:sp>
        <p:nvSpPr>
          <p:cNvPr id="4" name="Subtitle 2">
            <a:extLst>
              <a:ext uri="{FF2B5EF4-FFF2-40B4-BE49-F238E27FC236}">
                <a16:creationId xmlns:a16="http://schemas.microsoft.com/office/drawing/2014/main" id="{8CA4E49F-C69A-99A1-3008-CE517EEDE104}"/>
              </a:ext>
            </a:extLst>
          </p:cNvPr>
          <p:cNvSpPr txBox="1">
            <a:spLocks/>
          </p:cNvSpPr>
          <p:nvPr/>
        </p:nvSpPr>
        <p:spPr>
          <a:xfrm>
            <a:off x="3305664" y="2992276"/>
            <a:ext cx="2532673" cy="417206"/>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685800">
              <a:spcBef>
                <a:spcPts val="750"/>
              </a:spcBef>
            </a:pPr>
            <a:endParaRPr lang="en-US" sz="1800">
              <a:solidFill>
                <a:srgbClr val="494949"/>
              </a:solidFill>
              <a:latin typeface="Arial"/>
            </a:endParaRPr>
          </a:p>
        </p:txBody>
      </p:sp>
      <p:sp>
        <p:nvSpPr>
          <p:cNvPr id="5" name="TextBox 4">
            <a:extLst>
              <a:ext uri="{FF2B5EF4-FFF2-40B4-BE49-F238E27FC236}">
                <a16:creationId xmlns:a16="http://schemas.microsoft.com/office/drawing/2014/main" id="{1C313EC3-9628-EEBB-0666-296BA697E534}"/>
              </a:ext>
            </a:extLst>
          </p:cNvPr>
          <p:cNvSpPr txBox="1"/>
          <p:nvPr/>
        </p:nvSpPr>
        <p:spPr>
          <a:xfrm>
            <a:off x="4926725" y="2963918"/>
            <a:ext cx="184731" cy="253916"/>
          </a:xfrm>
          <a:prstGeom prst="rect">
            <a:avLst/>
          </a:prstGeom>
          <a:noFill/>
        </p:spPr>
        <p:txBody>
          <a:bodyPr wrap="none" rtlCol="0">
            <a:spAutoFit/>
          </a:bodyPr>
          <a:lstStyle/>
          <a:p>
            <a:pPr defTabSz="685800"/>
            <a:endParaRPr lang="en-US" sz="1050"/>
          </a:p>
        </p:txBody>
      </p:sp>
      <p:sp>
        <p:nvSpPr>
          <p:cNvPr id="3" name="Title 1">
            <a:extLst>
              <a:ext uri="{FF2B5EF4-FFF2-40B4-BE49-F238E27FC236}">
                <a16:creationId xmlns:a16="http://schemas.microsoft.com/office/drawing/2014/main" id="{FA0DE6F8-722B-E5A5-3002-9FBA845227B3}"/>
              </a:ext>
            </a:extLst>
          </p:cNvPr>
          <p:cNvSpPr txBox="1">
            <a:spLocks/>
          </p:cNvSpPr>
          <p:nvPr/>
        </p:nvSpPr>
        <p:spPr>
          <a:xfrm>
            <a:off x="1484336" y="2747744"/>
            <a:ext cx="3965487" cy="417206"/>
          </a:xfrm>
          <a:prstGeom prst="rect">
            <a:avLst/>
          </a:prstGeom>
          <a:noFill/>
          <a:ln>
            <a:noFill/>
          </a:ln>
        </p:spPr>
        <p:txBody>
          <a:bodyPr spcFirstLastPara="1" wrap="square" lIns="68569" tIns="68569" rIns="68569" bIns="68569" anchor="b"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191919"/>
              </a:buClr>
              <a:buSzPts val="5200"/>
              <a:buFont typeface="Sora"/>
              <a:buNone/>
              <a:defRPr sz="8000" b="1" i="0" u="none" strike="noStrike" cap="none">
                <a:solidFill>
                  <a:schemeClr val="dk1"/>
                </a:solidFill>
                <a:latin typeface="Sora"/>
                <a:ea typeface="Sora"/>
                <a:cs typeface="Sora"/>
                <a:sym typeface="Sora"/>
              </a:defRPr>
            </a:lvl1pPr>
            <a:lvl2pPr marR="0" lvl="1"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2pPr>
            <a:lvl3pPr marR="0" lvl="2"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3pPr>
            <a:lvl4pPr marR="0" lvl="3"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4pPr>
            <a:lvl5pPr marR="0" lvl="4"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5pPr>
            <a:lvl6pPr marR="0" lvl="5"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6pPr>
            <a:lvl7pPr marR="0" lvl="6"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7pPr>
            <a:lvl8pPr marR="0" lvl="7"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8pPr>
            <a:lvl9pPr marR="0" lvl="8" algn="ctr" rtl="0" eaLnBrk="1" hangingPunct="1">
              <a:lnSpc>
                <a:spcPct val="100000"/>
              </a:lnSpc>
              <a:spcBef>
                <a:spcPts val="0"/>
              </a:spcBef>
              <a:spcAft>
                <a:spcPts val="0"/>
              </a:spcAft>
              <a:buClr>
                <a:srgbClr val="191919"/>
              </a:buClr>
              <a:buSzPts val="5200"/>
              <a:buFont typeface="Sora"/>
              <a:buNone/>
              <a:defRPr sz="6933" b="1" i="0" u="none" strike="noStrike" cap="none">
                <a:solidFill>
                  <a:srgbClr val="191919"/>
                </a:solidFill>
                <a:latin typeface="Sora"/>
                <a:ea typeface="Sora"/>
                <a:cs typeface="Sora"/>
                <a:sym typeface="Sora"/>
              </a:defRPr>
            </a:lvl9pPr>
          </a:lstStyle>
          <a:p>
            <a:pPr defTabSz="685800"/>
            <a:r>
              <a:rPr lang="en-US" sz="2100" b="0" dirty="0">
                <a:solidFill>
                  <a:schemeClr val="bg1"/>
                </a:solidFill>
                <a:latin typeface="Press Start 2P" panose="020B0604020202020204" charset="0"/>
                <a:ea typeface="Calibri" panose="020F0502020204030204" pitchFamily="34" charset="0"/>
                <a:cs typeface="Calibri" panose="020F0502020204030204" pitchFamily="34" charset="0"/>
              </a:rPr>
              <a:t>Any Questions?</a:t>
            </a:r>
          </a:p>
        </p:txBody>
      </p:sp>
      <p:pic>
        <p:nvPicPr>
          <p:cNvPr id="2050" name="Picture 2">
            <a:extLst>
              <a:ext uri="{FF2B5EF4-FFF2-40B4-BE49-F238E27FC236}">
                <a16:creationId xmlns:a16="http://schemas.microsoft.com/office/drawing/2014/main" id="{2021BF7A-7FE1-CA95-DB2D-41E1E2EBDEF3}"/>
              </a:ext>
            </a:extLst>
          </p:cNvPr>
          <p:cNvPicPr>
            <a:picLocks noChangeAspect="1" noChangeArrowheads="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773882" y="2747744"/>
            <a:ext cx="2143603" cy="2143603"/>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2">
            <a:extLst>
              <a:ext uri="{FF2B5EF4-FFF2-40B4-BE49-F238E27FC236}">
                <a16:creationId xmlns:a16="http://schemas.microsoft.com/office/drawing/2014/main" id="{429B782A-3884-F1A9-A631-D68A4EC6EF9E}"/>
              </a:ext>
            </a:extLst>
          </p:cNvPr>
          <p:cNvSpPr txBox="1">
            <a:spLocks/>
          </p:cNvSpPr>
          <p:nvPr/>
        </p:nvSpPr>
        <p:spPr>
          <a:xfrm>
            <a:off x="6660000" y="0"/>
            <a:ext cx="2484001" cy="266319"/>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609585" marR="0" lvl="0"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1pPr>
            <a:lvl2pPr marL="1219170" marR="0" lvl="1"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2pPr>
            <a:lvl3pPr marL="1828754" marR="0" lvl="2"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3pPr>
            <a:lvl4pPr marL="2438339" marR="0" lvl="3"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4pPr>
            <a:lvl5pPr marL="3047924" marR="0" lvl="4"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5pPr>
            <a:lvl6pPr marL="3657509" marR="0" lvl="5"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6pPr>
            <a:lvl7pPr marL="4267093" marR="0" lvl="6"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7pPr>
            <a:lvl8pPr marL="4876678" marR="0" lvl="7"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8pPr>
            <a:lvl9pPr marL="5486263" marR="0" lvl="8" indent="-406390" algn="l" rtl="0" eaLnBrk="1" hangingPunct="1">
              <a:lnSpc>
                <a:spcPct val="100000"/>
              </a:lnSpc>
              <a:spcBef>
                <a:spcPts val="0"/>
              </a:spcBef>
              <a:spcAft>
                <a:spcPts val="0"/>
              </a:spcAft>
              <a:buClr>
                <a:srgbClr val="152933"/>
              </a:buClr>
              <a:buSzPts val="1200"/>
              <a:buFont typeface="Nunito"/>
              <a:buChar char="■"/>
              <a:defRPr sz="1200" b="0" i="0" u="none" strike="noStrike" cap="none">
                <a:solidFill>
                  <a:schemeClr val="dk1"/>
                </a:solidFill>
                <a:latin typeface="Assistant"/>
                <a:ea typeface="Assistant"/>
                <a:cs typeface="Assistant"/>
                <a:sym typeface="Assistant"/>
              </a:defRPr>
            </a:lvl9pPr>
          </a:lstStyle>
          <a:p>
            <a:pPr marL="457189" lvl="1" indent="0" algn="ctr" defTabSz="685800" fontAlgn="base">
              <a:buNone/>
            </a:pPr>
            <a:r>
              <a:rPr lang="en-US" dirty="0">
                <a:solidFill>
                  <a:srgbClr val="FFFFFF">
                    <a:lumMod val="75000"/>
                  </a:srgbClr>
                </a:solidFill>
                <a:latin typeface="Courier Prime" panose="020B0604020202020204" charset="0"/>
                <a:ea typeface="Times New Roman" panose="02020603050405020304" pitchFamily="18" charset="0"/>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dirty="0">
              <a:solidFill>
                <a:srgbClr val="FFFFFF">
                  <a:lumMod val="75000"/>
                </a:srgbClr>
              </a:solidFill>
              <a:latin typeface="Courier Prime" panose="020B0604020202020204" charset="0"/>
              <a:cs typeface="Calibri" panose="020F0502020204030204" pitchFamily="34" charset="0"/>
            </a:endParaRPr>
          </a:p>
        </p:txBody>
      </p:sp>
    </p:spTree>
    <p:extLst>
      <p:ext uri="{BB962C8B-B14F-4D97-AF65-F5344CB8AC3E}">
        <p14:creationId xmlns:p14="http://schemas.microsoft.com/office/powerpoint/2010/main" val="853710240"/>
      </p:ext>
    </p:extLst>
  </p:cSld>
  <p:clrMapOvr>
    <a:masterClrMapping/>
  </p:clrMapOvr>
  <p:transition>
    <p:push dir="u"/>
  </p:transition>
</p:sld>
</file>

<file path=ppt/theme/theme1.xml><?xml version="1.0" encoding="utf-8"?>
<a:theme xmlns:a="http://schemas.openxmlformats.org/drawingml/2006/main" name="1980s Computer Screen Style Minitheme by Slidesgo">
  <a:themeElements>
    <a:clrScheme name="Custom 2">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CA70E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lean Aesthetic Style Marketing Plan by Slidesgo">
  <a:themeElements>
    <a:clrScheme name="Simple Light">
      <a:dk1>
        <a:srgbClr val="494949"/>
      </a:dk1>
      <a:lt1>
        <a:srgbClr val="F3F3F3"/>
      </a:lt1>
      <a:dk2>
        <a:srgbClr val="52514D"/>
      </a:dk2>
      <a:lt2>
        <a:srgbClr val="807F7A"/>
      </a:lt2>
      <a:accent1>
        <a:srgbClr val="A1A1A1"/>
      </a:accent1>
      <a:accent2>
        <a:srgbClr val="CCCCCC"/>
      </a:accent2>
      <a:accent3>
        <a:srgbClr val="FFFFFF"/>
      </a:accent3>
      <a:accent4>
        <a:srgbClr val="FFFFFF"/>
      </a:accent4>
      <a:accent5>
        <a:srgbClr val="FFFFFF"/>
      </a:accent5>
      <a:accent6>
        <a:srgbClr val="FFFFFF"/>
      </a:accent6>
      <a:hlink>
        <a:srgbClr val="49494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1707</Words>
  <Application>Microsoft Office PowerPoint</Application>
  <PresentationFormat>On-screen Show (16:9)</PresentationFormat>
  <Paragraphs>169</Paragraphs>
  <Slides>20</Slides>
  <Notes>20</Notes>
  <HiddenSlides>0</HiddenSlides>
  <MMClips>1</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Sora</vt:lpstr>
      <vt:lpstr>Calibri</vt:lpstr>
      <vt:lpstr>Nunito</vt:lpstr>
      <vt:lpstr>Arial</vt:lpstr>
      <vt:lpstr>Assistant</vt:lpstr>
      <vt:lpstr>Nunito Light</vt:lpstr>
      <vt:lpstr>Wingdings</vt:lpstr>
      <vt:lpstr>Press Start 2P</vt:lpstr>
      <vt:lpstr>Courier Prime</vt:lpstr>
      <vt:lpstr>1980s Computer Screen Style Minitheme by Slidesgo</vt:lpstr>
      <vt:lpstr>Clean Aesthetic Style Marketing Plan by Slidesgo</vt:lpstr>
      <vt:lpstr>“DESIGN &amp; IMPLEMENTATION”_ </vt:lpstr>
      <vt:lpstr>TEAM #6 == “THE 9 BYTES”_</vt:lpstr>
      <vt:lpstr>CUSTOMERS == “DEVCOM”_</vt:lpstr>
      <vt:lpstr>TABLE OF CONTENTS_</vt:lpstr>
      <vt:lpstr>PROJECT   DESCRIPTION_</vt:lpstr>
      <vt:lpstr>INFILTR8’S PURPOSE_</vt:lpstr>
      <vt:lpstr>BASED ON THE WAY WE WORKED LAST SEMESTER,WE PLANNED TO USE…</vt:lpstr>
      <vt:lpstr>HOW DID WE USE AGILE?</vt:lpstr>
      <vt:lpstr>SITE  FUNCTIONS_</vt:lpstr>
      <vt:lpstr>PowerPoint Presentation</vt:lpstr>
      <vt:lpstr>MAJOR SYSTEM REQUIREMENTS_</vt:lpstr>
      <vt:lpstr>DEMO  VIDEO_</vt:lpstr>
      <vt:lpstr>PowerPoint Presentation</vt:lpstr>
      <vt:lpstr>TEAM GITHUB &amp; DOCUMENTATION_</vt:lpstr>
      <vt:lpstr>TEAM  CONCLUSIONS_</vt:lpstr>
      <vt:lpstr>WHAT DID WE LEARN?</vt:lpstr>
      <vt:lpstr>WHAT DID WE STRUGGLE WITH?</vt:lpstr>
      <vt:lpstr>HOW CAN WE IMPROVE?</vt:lpstr>
      <vt:lpstr>Photo References [APA]_</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Guzman, Gilbert I</cp:lastModifiedBy>
  <cp:revision>8</cp:revision>
  <dcterms:modified xsi:type="dcterms:W3CDTF">2024-12-02T09:12:14Z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73649dc-6fee-4eb8-a128-734c3c842ea8_Enabled">
    <vt:lpwstr>true</vt:lpwstr>
  </property>
  <property fmtid="{D5CDD505-2E9C-101B-9397-08002B2CF9AE}" pid="3" name="MSIP_Label_b73649dc-6fee-4eb8-a128-734c3c842ea8_SetDate">
    <vt:lpwstr>2024-12-01T03:14:04Z</vt:lpwstr>
  </property>
  <property fmtid="{D5CDD505-2E9C-101B-9397-08002B2CF9AE}" pid="4" name="MSIP_Label_b73649dc-6fee-4eb8-a128-734c3c842ea8_Method">
    <vt:lpwstr>Standard</vt:lpwstr>
  </property>
  <property fmtid="{D5CDD505-2E9C-101B-9397-08002B2CF9AE}" pid="5" name="MSIP_Label_b73649dc-6fee-4eb8-a128-734c3c842ea8_Name">
    <vt:lpwstr>defa4170-0d19-0005-0004-bc88714345d2</vt:lpwstr>
  </property>
  <property fmtid="{D5CDD505-2E9C-101B-9397-08002B2CF9AE}" pid="6" name="MSIP_Label_b73649dc-6fee-4eb8-a128-734c3c842ea8_SiteId">
    <vt:lpwstr>857c21d2-1a16-43a4-90cf-d57f3fab9d2f</vt:lpwstr>
  </property>
  <property fmtid="{D5CDD505-2E9C-101B-9397-08002B2CF9AE}" pid="7" name="MSIP_Label_b73649dc-6fee-4eb8-a128-734c3c842ea8_ActionId">
    <vt:lpwstr>40274ab5-191e-4bbf-98b3-dd72428fa8af</vt:lpwstr>
  </property>
  <property fmtid="{D5CDD505-2E9C-101B-9397-08002B2CF9AE}" pid="8" name="MSIP_Label_b73649dc-6fee-4eb8-a128-734c3c842ea8_ContentBits">
    <vt:lpwstr>0</vt:lpwstr>
  </property>
</Properties>
</file>